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75" r:id="rId3"/>
    <p:sldId id="277" r:id="rId4"/>
    <p:sldId id="276" r:id="rId5"/>
    <p:sldId id="270" r:id="rId6"/>
    <p:sldId id="258" r:id="rId7"/>
    <p:sldId id="271" r:id="rId8"/>
    <p:sldId id="272" r:id="rId9"/>
    <p:sldId id="273" r:id="rId10"/>
    <p:sldId id="274" r:id="rId11"/>
    <p:sldId id="265" r:id="rId12"/>
    <p:sldId id="266" r:id="rId13"/>
    <p:sldId id="263" r:id="rId14"/>
    <p:sldId id="264" r:id="rId15"/>
    <p:sldId id="278" r:id="rId16"/>
    <p:sldId id="279" r:id="rId17"/>
    <p:sldId id="267" r:id="rId18"/>
    <p:sldId id="269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C94"/>
    <a:srgbClr val="004800"/>
    <a:srgbClr val="008000"/>
    <a:srgbClr val="241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34A19-C1E3-CE44-8A52-7DA0BDA7345C}" v="13" dt="2025-05-27T11:26:19.1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52"/>
    <p:restoredTop sz="94750"/>
  </p:normalViewPr>
  <p:slideViewPr>
    <p:cSldViewPr snapToGrid="0">
      <p:cViewPr varScale="1">
        <p:scale>
          <a:sx n="172" d="100"/>
          <a:sy n="172" d="100"/>
        </p:scale>
        <p:origin x="75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fie Zacho Vestergaard" userId="98cda3d9-cbd0-4be8-a3d5-a0c3b4e8769f" providerId="ADAL" clId="{D9E34A19-C1E3-CE44-8A52-7DA0BDA7345C}"/>
    <pc:docChg chg="undo custSel addSld modSld sldOrd">
      <pc:chgData name="Sofie Zacho Vestergaard" userId="98cda3d9-cbd0-4be8-a3d5-a0c3b4e8769f" providerId="ADAL" clId="{D9E34A19-C1E3-CE44-8A52-7DA0BDA7345C}" dt="2025-05-27T11:28:01.574" v="300" actId="1076"/>
      <pc:docMkLst>
        <pc:docMk/>
      </pc:docMkLst>
      <pc:sldChg chg="add ord">
        <pc:chgData name="Sofie Zacho Vestergaard" userId="98cda3d9-cbd0-4be8-a3d5-a0c3b4e8769f" providerId="ADAL" clId="{D9E34A19-C1E3-CE44-8A52-7DA0BDA7345C}" dt="2025-05-27T11:26:42.091" v="267" actId="20578"/>
        <pc:sldMkLst>
          <pc:docMk/>
          <pc:sldMk cId="0" sldId="263"/>
        </pc:sldMkLst>
      </pc:sldChg>
      <pc:sldChg chg="add ord">
        <pc:chgData name="Sofie Zacho Vestergaard" userId="98cda3d9-cbd0-4be8-a3d5-a0c3b4e8769f" providerId="ADAL" clId="{D9E34A19-C1E3-CE44-8A52-7DA0BDA7345C}" dt="2025-05-27T11:26:42.091" v="267" actId="20578"/>
        <pc:sldMkLst>
          <pc:docMk/>
          <pc:sldMk cId="0" sldId="264"/>
        </pc:sldMkLst>
      </pc:sldChg>
      <pc:sldChg chg="mod modShow">
        <pc:chgData name="Sofie Zacho Vestergaard" userId="98cda3d9-cbd0-4be8-a3d5-a0c3b4e8769f" providerId="ADAL" clId="{D9E34A19-C1E3-CE44-8A52-7DA0BDA7345C}" dt="2025-05-27T11:04:44.432" v="112" actId="729"/>
        <pc:sldMkLst>
          <pc:docMk/>
          <pc:sldMk cId="0" sldId="265"/>
        </pc:sldMkLst>
      </pc:sldChg>
      <pc:sldChg chg="addSp delSp modSp mod">
        <pc:chgData name="Sofie Zacho Vestergaard" userId="98cda3d9-cbd0-4be8-a3d5-a0c3b4e8769f" providerId="ADAL" clId="{D9E34A19-C1E3-CE44-8A52-7DA0BDA7345C}" dt="2025-05-27T11:05:54.249" v="120" actId="1038"/>
        <pc:sldMkLst>
          <pc:docMk/>
          <pc:sldMk cId="0" sldId="266"/>
        </pc:sldMkLst>
        <pc:spChg chg="mod">
          <ac:chgData name="Sofie Zacho Vestergaard" userId="98cda3d9-cbd0-4be8-a3d5-a0c3b4e8769f" providerId="ADAL" clId="{D9E34A19-C1E3-CE44-8A52-7DA0BDA7345C}" dt="2025-05-27T11:02:24.569" v="109" actId="20577"/>
          <ac:spMkLst>
            <pc:docMk/>
            <pc:sldMk cId="0" sldId="266"/>
            <ac:spMk id="170" creationId="{00000000-0000-0000-0000-000000000000}"/>
          </ac:spMkLst>
        </pc:spChg>
        <pc:spChg chg="mod">
          <ac:chgData name="Sofie Zacho Vestergaard" userId="98cda3d9-cbd0-4be8-a3d5-a0c3b4e8769f" providerId="ADAL" clId="{D9E34A19-C1E3-CE44-8A52-7DA0BDA7345C}" dt="2025-05-27T11:05:54.249" v="120" actId="1038"/>
          <ac:spMkLst>
            <pc:docMk/>
            <pc:sldMk cId="0" sldId="266"/>
            <ac:spMk id="172" creationId="{00000000-0000-0000-0000-000000000000}"/>
          </ac:spMkLst>
        </pc:spChg>
        <pc:picChg chg="add mod">
          <ac:chgData name="Sofie Zacho Vestergaard" userId="98cda3d9-cbd0-4be8-a3d5-a0c3b4e8769f" providerId="ADAL" clId="{D9E34A19-C1E3-CE44-8A52-7DA0BDA7345C}" dt="2025-05-27T11:05:31.646" v="114"/>
          <ac:picMkLst>
            <pc:docMk/>
            <pc:sldMk cId="0" sldId="266"/>
            <ac:picMk id="2" creationId="{A123A83A-1621-ABA2-6E9A-7B48BB1B1661}"/>
          </ac:picMkLst>
        </pc:picChg>
        <pc:picChg chg="add mod modCrop">
          <ac:chgData name="Sofie Zacho Vestergaard" userId="98cda3d9-cbd0-4be8-a3d5-a0c3b4e8769f" providerId="ADAL" clId="{D9E34A19-C1E3-CE44-8A52-7DA0BDA7345C}" dt="2025-05-27T11:05:46.799" v="117" actId="732"/>
          <ac:picMkLst>
            <pc:docMk/>
            <pc:sldMk cId="0" sldId="266"/>
            <ac:picMk id="3" creationId="{5EBFA03C-6967-DC74-73A7-BA4D6A4B92DA}"/>
          </ac:picMkLst>
        </pc:picChg>
        <pc:picChg chg="del mod">
          <ac:chgData name="Sofie Zacho Vestergaard" userId="98cda3d9-cbd0-4be8-a3d5-a0c3b4e8769f" providerId="ADAL" clId="{D9E34A19-C1E3-CE44-8A52-7DA0BDA7345C}" dt="2025-05-27T11:05:29.980" v="113" actId="478"/>
          <ac:picMkLst>
            <pc:docMk/>
            <pc:sldMk cId="0" sldId="266"/>
            <ac:picMk id="171" creationId="{00000000-0000-0000-0000-000000000000}"/>
          </ac:picMkLst>
        </pc:picChg>
      </pc:sldChg>
      <pc:sldChg chg="addSp delSp modSp mod">
        <pc:chgData name="Sofie Zacho Vestergaard" userId="98cda3d9-cbd0-4be8-a3d5-a0c3b4e8769f" providerId="ADAL" clId="{D9E34A19-C1E3-CE44-8A52-7DA0BDA7345C}" dt="2025-05-27T11:26:11.203" v="265" actId="22"/>
        <pc:sldMkLst>
          <pc:docMk/>
          <pc:sldMk cId="0" sldId="267"/>
        </pc:sldMkLst>
        <pc:spChg chg="add mod">
          <ac:chgData name="Sofie Zacho Vestergaard" userId="98cda3d9-cbd0-4be8-a3d5-a0c3b4e8769f" providerId="ADAL" clId="{D9E34A19-C1E3-CE44-8A52-7DA0BDA7345C}" dt="2025-05-27T11:06:02.220" v="121"/>
          <ac:spMkLst>
            <pc:docMk/>
            <pc:sldMk cId="0" sldId="267"/>
            <ac:spMk id="2" creationId="{70348419-F3DA-C5B4-B151-0890670D6EAD}"/>
          </ac:spMkLst>
        </pc:spChg>
        <pc:spChg chg="add del">
          <ac:chgData name="Sofie Zacho Vestergaard" userId="98cda3d9-cbd0-4be8-a3d5-a0c3b4e8769f" providerId="ADAL" clId="{D9E34A19-C1E3-CE44-8A52-7DA0BDA7345C}" dt="2025-05-27T11:26:09.204" v="263" actId="22"/>
          <ac:spMkLst>
            <pc:docMk/>
            <pc:sldMk cId="0" sldId="267"/>
            <ac:spMk id="4" creationId="{C38564E2-C4E1-AB05-D08E-F7D63583C5BA}"/>
          </ac:spMkLst>
        </pc:spChg>
        <pc:spChg chg="add del">
          <ac:chgData name="Sofie Zacho Vestergaard" userId="98cda3d9-cbd0-4be8-a3d5-a0c3b4e8769f" providerId="ADAL" clId="{D9E34A19-C1E3-CE44-8A52-7DA0BDA7345C}" dt="2025-05-27T11:26:11.203" v="265" actId="22"/>
          <ac:spMkLst>
            <pc:docMk/>
            <pc:sldMk cId="0" sldId="267"/>
            <ac:spMk id="6" creationId="{74620099-92E4-7DDC-FB91-01D3D87C0B12}"/>
          </ac:spMkLst>
        </pc:spChg>
      </pc:sldChg>
      <pc:sldChg chg="addSp modSp mod">
        <pc:chgData name="Sofie Zacho Vestergaard" userId="98cda3d9-cbd0-4be8-a3d5-a0c3b4e8769f" providerId="ADAL" clId="{D9E34A19-C1E3-CE44-8A52-7DA0BDA7345C}" dt="2025-05-27T11:28:01.574" v="300" actId="1076"/>
        <pc:sldMkLst>
          <pc:docMk/>
          <pc:sldMk cId="0" sldId="269"/>
        </pc:sldMkLst>
        <pc:spChg chg="add mod">
          <ac:chgData name="Sofie Zacho Vestergaard" userId="98cda3d9-cbd0-4be8-a3d5-a0c3b4e8769f" providerId="ADAL" clId="{D9E34A19-C1E3-CE44-8A52-7DA0BDA7345C}" dt="2025-05-27T11:28:01.574" v="300" actId="1076"/>
          <ac:spMkLst>
            <pc:docMk/>
            <pc:sldMk cId="0" sldId="269"/>
            <ac:spMk id="9" creationId="{F0ADB937-6F37-1DB4-162C-9E6EB8A83735}"/>
          </ac:spMkLst>
        </pc:spChg>
        <pc:spChg chg="mod">
          <ac:chgData name="Sofie Zacho Vestergaard" userId="98cda3d9-cbd0-4be8-a3d5-a0c3b4e8769f" providerId="ADAL" clId="{D9E34A19-C1E3-CE44-8A52-7DA0BDA7345C}" dt="2025-05-27T11:08:05.201" v="155" actId="1035"/>
          <ac:spMkLst>
            <pc:docMk/>
            <pc:sldMk cId="0" sldId="269"/>
            <ac:spMk id="195" creationId="{00000000-0000-0000-0000-000000000000}"/>
          </ac:spMkLst>
        </pc:spChg>
        <pc:picChg chg="add mod modCrop">
          <ac:chgData name="Sofie Zacho Vestergaard" userId="98cda3d9-cbd0-4be8-a3d5-a0c3b4e8769f" providerId="ADAL" clId="{D9E34A19-C1E3-CE44-8A52-7DA0BDA7345C}" dt="2025-05-27T11:10:38.229" v="230" actId="1037"/>
          <ac:picMkLst>
            <pc:docMk/>
            <pc:sldMk cId="0" sldId="269"/>
            <ac:picMk id="3" creationId="{30C43EFA-1DD2-970E-DEBC-65B9E9203BAB}"/>
          </ac:picMkLst>
        </pc:picChg>
        <pc:cxnChg chg="add mod">
          <ac:chgData name="Sofie Zacho Vestergaard" userId="98cda3d9-cbd0-4be8-a3d5-a0c3b4e8769f" providerId="ADAL" clId="{D9E34A19-C1E3-CE44-8A52-7DA0BDA7345C}" dt="2025-05-27T11:10:38.229" v="230" actId="1037"/>
          <ac:cxnSpMkLst>
            <pc:docMk/>
            <pc:sldMk cId="0" sldId="269"/>
            <ac:cxnSpMk id="5" creationId="{951C366E-E464-E216-CAE5-ACF157C8F2EC}"/>
          </ac:cxnSpMkLst>
        </pc:cxnChg>
      </pc:sldChg>
      <pc:sldChg chg="mod modShow">
        <pc:chgData name="Sofie Zacho Vestergaard" userId="98cda3d9-cbd0-4be8-a3d5-a0c3b4e8769f" providerId="ADAL" clId="{D9E34A19-C1E3-CE44-8A52-7DA0BDA7345C}" dt="2025-05-27T10:57:56.227" v="31" actId="729"/>
        <pc:sldMkLst>
          <pc:docMk/>
          <pc:sldMk cId="2882343659" sldId="275"/>
        </pc:sldMkLst>
      </pc:sldChg>
      <pc:sldChg chg="modSp mod">
        <pc:chgData name="Sofie Zacho Vestergaard" userId="98cda3d9-cbd0-4be8-a3d5-a0c3b4e8769f" providerId="ADAL" clId="{D9E34A19-C1E3-CE44-8A52-7DA0BDA7345C}" dt="2025-05-27T11:13:37.852" v="261" actId="20577"/>
        <pc:sldMkLst>
          <pc:docMk/>
          <pc:sldMk cId="3089639947" sldId="276"/>
        </pc:sldMkLst>
        <pc:spChg chg="mod">
          <ac:chgData name="Sofie Zacho Vestergaard" userId="98cda3d9-cbd0-4be8-a3d5-a0c3b4e8769f" providerId="ADAL" clId="{D9E34A19-C1E3-CE44-8A52-7DA0BDA7345C}" dt="2025-05-27T11:13:37.852" v="261" actId="20577"/>
          <ac:spMkLst>
            <pc:docMk/>
            <pc:sldMk cId="3089639947" sldId="276"/>
            <ac:spMk id="28" creationId="{EED05785-82D3-AB26-B909-9CFA85107AD6}"/>
          </ac:spMkLst>
        </pc:spChg>
      </pc:sldChg>
      <pc:sldChg chg="delSp modSp add mod modShow">
        <pc:chgData name="Sofie Zacho Vestergaard" userId="98cda3d9-cbd0-4be8-a3d5-a0c3b4e8769f" providerId="ADAL" clId="{D9E34A19-C1E3-CE44-8A52-7DA0BDA7345C}" dt="2025-05-27T11:13:11.331" v="231" actId="14100"/>
        <pc:sldMkLst>
          <pc:docMk/>
          <pc:sldMk cId="3654025536" sldId="277"/>
        </pc:sldMkLst>
        <pc:spChg chg="del">
          <ac:chgData name="Sofie Zacho Vestergaard" userId="98cda3d9-cbd0-4be8-a3d5-a0c3b4e8769f" providerId="ADAL" clId="{D9E34A19-C1E3-CE44-8A52-7DA0BDA7345C}" dt="2025-05-27T10:59:19.286" v="35" actId="478"/>
          <ac:spMkLst>
            <pc:docMk/>
            <pc:sldMk cId="3654025536" sldId="277"/>
            <ac:spMk id="11" creationId="{224C162E-A0D7-4336-D3CE-D23E6A12F805}"/>
          </ac:spMkLst>
        </pc:spChg>
        <pc:spChg chg="del">
          <ac:chgData name="Sofie Zacho Vestergaard" userId="98cda3d9-cbd0-4be8-a3d5-a0c3b4e8769f" providerId="ADAL" clId="{D9E34A19-C1E3-CE44-8A52-7DA0BDA7345C}" dt="2025-05-27T10:59:23.277" v="36" actId="478"/>
          <ac:spMkLst>
            <pc:docMk/>
            <pc:sldMk cId="3654025536" sldId="277"/>
            <ac:spMk id="12" creationId="{05BB8FE1-D114-6558-27BE-674287DE4EBE}"/>
          </ac:spMkLst>
        </pc:spChg>
        <pc:spChg chg="del">
          <ac:chgData name="Sofie Zacho Vestergaard" userId="98cda3d9-cbd0-4be8-a3d5-a0c3b4e8769f" providerId="ADAL" clId="{D9E34A19-C1E3-CE44-8A52-7DA0BDA7345C}" dt="2025-05-27T10:59:25.961" v="37" actId="478"/>
          <ac:spMkLst>
            <pc:docMk/>
            <pc:sldMk cId="3654025536" sldId="277"/>
            <ac:spMk id="13" creationId="{C5FA0941-A0FE-C244-BD0B-3A391F20DDAD}"/>
          </ac:spMkLst>
        </pc:spChg>
        <pc:spChg chg="del">
          <ac:chgData name="Sofie Zacho Vestergaard" userId="98cda3d9-cbd0-4be8-a3d5-a0c3b4e8769f" providerId="ADAL" clId="{D9E34A19-C1E3-CE44-8A52-7DA0BDA7345C}" dt="2025-05-27T10:58:15.381" v="34" actId="478"/>
          <ac:spMkLst>
            <pc:docMk/>
            <pc:sldMk cId="3654025536" sldId="277"/>
            <ac:spMk id="16" creationId="{FC34F468-3F28-0F98-817D-CC1A0676AA5A}"/>
          </ac:spMkLst>
        </pc:spChg>
        <pc:spChg chg="mod">
          <ac:chgData name="Sofie Zacho Vestergaard" userId="98cda3d9-cbd0-4be8-a3d5-a0c3b4e8769f" providerId="ADAL" clId="{D9E34A19-C1E3-CE44-8A52-7DA0BDA7345C}" dt="2025-05-27T10:59:36.549" v="39" actId="1076"/>
          <ac:spMkLst>
            <pc:docMk/>
            <pc:sldMk cId="3654025536" sldId="277"/>
            <ac:spMk id="17" creationId="{311B9E1B-B330-0EEC-E02D-B83E079EFA15}"/>
          </ac:spMkLst>
        </pc:spChg>
        <pc:spChg chg="mod">
          <ac:chgData name="Sofie Zacho Vestergaard" userId="98cda3d9-cbd0-4be8-a3d5-a0c3b4e8769f" providerId="ADAL" clId="{D9E34A19-C1E3-CE44-8A52-7DA0BDA7345C}" dt="2025-05-27T11:00:00.357" v="51" actId="207"/>
          <ac:spMkLst>
            <pc:docMk/>
            <pc:sldMk cId="3654025536" sldId="277"/>
            <ac:spMk id="36" creationId="{322FA59A-4E87-C575-F3AB-458AE409EF35}"/>
          </ac:spMkLst>
        </pc:spChg>
        <pc:spChg chg="mod">
          <ac:chgData name="Sofie Zacho Vestergaard" userId="98cda3d9-cbd0-4be8-a3d5-a0c3b4e8769f" providerId="ADAL" clId="{D9E34A19-C1E3-CE44-8A52-7DA0BDA7345C}" dt="2025-05-27T11:13:11.331" v="231" actId="14100"/>
          <ac:spMkLst>
            <pc:docMk/>
            <pc:sldMk cId="3654025536" sldId="277"/>
            <ac:spMk id="37" creationId="{DEA33336-1A76-50A8-5BB5-7056511D3FFC}"/>
          </ac:spMkLst>
        </pc:spChg>
        <pc:grpChg chg="mod">
          <ac:chgData name="Sofie Zacho Vestergaard" userId="98cda3d9-cbd0-4be8-a3d5-a0c3b4e8769f" providerId="ADAL" clId="{D9E34A19-C1E3-CE44-8A52-7DA0BDA7345C}" dt="2025-05-27T10:59:45.339" v="41" actId="14100"/>
          <ac:grpSpMkLst>
            <pc:docMk/>
            <pc:sldMk cId="3654025536" sldId="277"/>
            <ac:grpSpMk id="38" creationId="{C7758FB0-DAE6-6797-73D4-557682200C56}"/>
          </ac:grpSpMkLst>
        </pc:grpChg>
        <pc:cxnChg chg="mod">
          <ac:chgData name="Sofie Zacho Vestergaard" userId="98cda3d9-cbd0-4be8-a3d5-a0c3b4e8769f" providerId="ADAL" clId="{D9E34A19-C1E3-CE44-8A52-7DA0BDA7345C}" dt="2025-05-27T10:59:36.549" v="39" actId="1076"/>
          <ac:cxnSpMkLst>
            <pc:docMk/>
            <pc:sldMk cId="3654025536" sldId="277"/>
            <ac:cxnSpMk id="29" creationId="{D146FEB0-840D-AA9E-B538-B01A4271A448}"/>
          </ac:cxnSpMkLst>
        </pc:cxnChg>
      </pc:sldChg>
      <pc:sldChg chg="add ord">
        <pc:chgData name="Sofie Zacho Vestergaard" userId="98cda3d9-cbd0-4be8-a3d5-a0c3b4e8769f" providerId="ADAL" clId="{D9E34A19-C1E3-CE44-8A52-7DA0BDA7345C}" dt="2025-05-27T11:26:42.091" v="267" actId="20578"/>
        <pc:sldMkLst>
          <pc:docMk/>
          <pc:sldMk cId="0" sldId="278"/>
        </pc:sldMkLst>
      </pc:sldChg>
      <pc:sldChg chg="add ord">
        <pc:chgData name="Sofie Zacho Vestergaard" userId="98cda3d9-cbd0-4be8-a3d5-a0c3b4e8769f" providerId="ADAL" clId="{D9E34A19-C1E3-CE44-8A52-7DA0BDA7345C}" dt="2025-05-27T11:26:42.091" v="267" actId="20578"/>
        <pc:sldMkLst>
          <pc:docMk/>
          <pc:sldMk cId="0" sldId="27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D37CDCC1-4826-E38C-5D9D-EC3CBB45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F15377F6-A1B6-2D64-4B21-1F3C71BC4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50732172-55F2-BCEE-3060-F3D9D82BD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7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A122A9C-EBE8-7293-1608-4B6348B5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5BA766D-68CE-524F-692E-349E5D618B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C63A183C-2C22-2801-F679-D21EFADFCE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48936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CE01E6F-EC36-7E79-2897-9AA515C9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CFF38AA-3553-3ADF-6770-940E996DE0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DA6646AE-D1CE-4507-67D1-D5E64C62FB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396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ECF63913-77FC-872C-669B-1893034F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5AF0BAF4-A32C-A79C-C20D-D321E6A14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042E714-2F8F-2F77-78C4-DE6B82F9C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9929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23B92AB-E68C-2E02-713A-3AF4BC1B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ADCD8A42-96B6-A49A-895A-CB95B8654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6CEA95FE-D236-A27B-52B5-AC3E6A1F98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6226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C64D4437-709E-1F30-7A91-E1D1301E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E442871E-49D1-64CB-E84B-F58A307C5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214BFABC-ECFE-86CC-C80A-B0B973ED37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179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8A155FC6-7CDE-7F9C-AF4F-C98967DA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48677562-359C-23D1-CF36-C4A4D9B63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39798571-7D88-03A3-9EBB-C94FC28B1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160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3928124-736E-51D6-1C11-2CD13C32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8A0F9320-FC8A-E6E1-7D2B-6BCD61C86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440B00D2-16AF-60A7-73AB-58EF8A1E5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484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df2eef35f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df2eef35f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df26ad5a7e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df26ad5a7e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0d9d75fa6a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0d9d75fa6a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0d9d75fa6a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0d9d75fa6a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0d9d75fa6a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0d9d75fa6a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0d9d75fa6a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0d9d75fa6a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f2eef35f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f2eef35f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df2eef35f0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df2eef35f0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irrors.dotsrc.org/cra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eksforgeeks.org/how-to-install-r-studio-on-windows-and-linux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posit.co/download/rstudio-desktop/#downloa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sperSkytte/ampvis2" TargetMode="External"/><Relationship Id="rId7" Type="http://schemas.openxmlformats.org/officeDocument/2006/relationships/hyperlink" Target="https://tidyverse.tidyverse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github.com/mpeces/MiDAS_course_20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hyperlink" Target="https://github.com/mpeces/MiDAS_course_2025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hyperlink" Target="https://github.com/mpeces/MiDAS_course_2025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skytte.github.io/ampvis2/articles/ampvis2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skytte.github.io/ampvis2/articles/ampvis2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16107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/>
              <a:t>MiDAS course 2025</a:t>
            </a:r>
            <a:endParaRPr b="1" dirty="0"/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79079" y="3689558"/>
            <a:ext cx="3185842" cy="14539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D5C033-AE10-A071-48AB-66CC39DC58DE}"/>
              </a:ext>
            </a:extLst>
          </p:cNvPr>
          <p:cNvSpPr txBox="1"/>
          <p:nvPr/>
        </p:nvSpPr>
        <p:spPr>
          <a:xfrm>
            <a:off x="0" y="877743"/>
            <a:ext cx="9144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" sz="4800" b="1" dirty="0">
                <a:solidFill>
                  <a:srgbClr val="261659"/>
                </a:solidFill>
              </a:rPr>
              <a:t>Hands-on: </a:t>
            </a:r>
          </a:p>
          <a:p>
            <a:pPr algn="ctr"/>
            <a:r>
              <a:rPr lang="da" sz="4000" b="1" dirty="0">
                <a:solidFill>
                  <a:srgbClr val="261659"/>
                </a:solidFill>
              </a:rPr>
              <a:t>Microbial community analysis using the ampvis2 package 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62C8F1D-44B6-A02F-7B61-A49B8AC1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BDD5397D-2E6C-F682-A54F-C9AA157925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8474F1B-7D9B-36C4-D1FE-99904628D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B880F3D-8CD0-6DEC-F840-261CD162B77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9E8EA-6F45-62A9-5400-5FDB1F82DE6D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E9AFAE5-2016-0B38-939E-0FBDE7AFA13C}"/>
              </a:ext>
            </a:extLst>
          </p:cNvPr>
          <p:cNvGrpSpPr/>
          <p:nvPr/>
        </p:nvGrpSpPr>
        <p:grpSpPr>
          <a:xfrm>
            <a:off x="334076" y="2976100"/>
            <a:ext cx="8473169" cy="1179255"/>
            <a:chOff x="334076" y="2902360"/>
            <a:chExt cx="8473169" cy="117925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B1072D-9AFA-FA95-8D7D-2B137DC6D0F1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E68E8B4-0DB3-F547-726B-82D770B627B4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7DE4B60-9104-1CFD-9AF7-2888D72EF8F3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44A84FB-508A-D00B-16F0-A475DFD8B7C5}"/>
                </a:ext>
              </a:extLst>
            </p:cNvPr>
            <p:cNvSpPr/>
            <p:nvPr/>
          </p:nvSpPr>
          <p:spPr>
            <a:xfrm>
              <a:off x="4105082" y="3508915"/>
              <a:ext cx="863898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Alpha diversity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B07C351-3658-473F-E364-B415BDFF306E}"/>
                </a:ext>
              </a:extLst>
            </p:cNvPr>
            <p:cNvSpPr/>
            <p:nvPr/>
          </p:nvSpPr>
          <p:spPr>
            <a:xfrm>
              <a:off x="5222302" y="3498438"/>
              <a:ext cx="801207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Beta diversity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C93BE76-A7A9-C6C0-E783-ED911D6AC026}"/>
                </a:ext>
              </a:extLst>
            </p:cNvPr>
            <p:cNvSpPr/>
            <p:nvPr/>
          </p:nvSpPr>
          <p:spPr>
            <a:xfrm>
              <a:off x="6276831" y="3498438"/>
              <a:ext cx="1080290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Microbial composition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2733565-334E-6B4D-6529-A12C3748818E}"/>
                </a:ext>
              </a:extLst>
            </p:cNvPr>
            <p:cNvSpPr/>
            <p:nvPr/>
          </p:nvSpPr>
          <p:spPr>
            <a:xfrm>
              <a:off x="7596285" y="3498438"/>
              <a:ext cx="1181212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Core communities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757846E3-F9B0-649B-EC56-596BA33CA94E}"/>
                </a:ext>
              </a:extLst>
            </p:cNvPr>
            <p:cNvSpPr/>
            <p:nvPr/>
          </p:nvSpPr>
          <p:spPr>
            <a:xfrm>
              <a:off x="4105083" y="3181992"/>
              <a:ext cx="4702162" cy="207092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B86931B3-1CBC-4622-4061-D33B797619FF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882CD5ED-FBCA-5C19-6F0E-B7F216494170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0BB6273-7EB8-29E3-F4C0-1FD1135894FE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A6E2F0AF-B3F9-13AC-6363-464C0BF036C9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84E3615-AA28-5F37-3A56-C8ADD35B741E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5538"/>
              <a:ext cx="330974" cy="14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53FB956-C271-6EA6-B19C-AADA7F5F270F}"/>
              </a:ext>
            </a:extLst>
          </p:cNvPr>
          <p:cNvSpPr txBox="1"/>
          <p:nvPr/>
        </p:nvSpPr>
        <p:spPr>
          <a:xfrm>
            <a:off x="256897" y="2122063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C80F32-8BFA-6B9C-6F1A-FFEFF48AEAB8}"/>
              </a:ext>
            </a:extLst>
          </p:cNvPr>
          <p:cNvGrpSpPr/>
          <p:nvPr/>
        </p:nvGrpSpPr>
        <p:grpSpPr>
          <a:xfrm>
            <a:off x="2423652" y="2566725"/>
            <a:ext cx="6508954" cy="2113429"/>
            <a:chOff x="2423652" y="2566725"/>
            <a:chExt cx="6508954" cy="2113429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9B9C475-A85F-03BE-A456-13735469BE23}"/>
                </a:ext>
              </a:extLst>
            </p:cNvPr>
            <p:cNvSpPr/>
            <p:nvPr/>
          </p:nvSpPr>
          <p:spPr>
            <a:xfrm>
              <a:off x="2423652" y="2571750"/>
              <a:ext cx="6508954" cy="2108404"/>
            </a:xfrm>
            <a:prstGeom prst="rect">
              <a:avLst/>
            </a:prstGeom>
            <a:solidFill>
              <a:srgbClr val="A9DC9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D31E954-34FC-4695-478B-A44F85CF6E6B}"/>
                </a:ext>
              </a:extLst>
            </p:cNvPr>
            <p:cNvSpPr txBox="1"/>
            <p:nvPr/>
          </p:nvSpPr>
          <p:spPr>
            <a:xfrm>
              <a:off x="7913078" y="2566725"/>
              <a:ext cx="9596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Hands-on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8234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C7892EF2-CE13-E6CC-BE9D-A0B1FBE03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40427C1B-ED6F-2834-B793-41CA6B4660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8703360-50D7-4D40-939E-45C6411F7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FC8D62B-D621-3864-28C9-5005CAEF944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31A674-BDA2-6976-FE21-79C8C8521880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1C5BB8F-0B30-F4CB-E37B-47C22F55A301}"/>
              </a:ext>
            </a:extLst>
          </p:cNvPr>
          <p:cNvGrpSpPr/>
          <p:nvPr/>
        </p:nvGrpSpPr>
        <p:grpSpPr>
          <a:xfrm>
            <a:off x="334076" y="2976100"/>
            <a:ext cx="8459182" cy="1099954"/>
            <a:chOff x="334076" y="2902360"/>
            <a:chExt cx="8459182" cy="109995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67B97CC-9B52-6576-F8E3-79281596FB5D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A2CCF37-0A67-0E84-EBEC-0EC69C76B639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42EC11-B35A-6B89-E529-1BDD31C5A95B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11B9E1B-B330-0EEC-E02D-B83E079EFA15}"/>
                </a:ext>
              </a:extLst>
            </p:cNvPr>
            <p:cNvSpPr/>
            <p:nvPr/>
          </p:nvSpPr>
          <p:spPr>
            <a:xfrm>
              <a:off x="4091096" y="2926778"/>
              <a:ext cx="4702162" cy="717302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75B05C3-7232-57FB-C509-D7EEEE37DD4E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2A677FC-D499-A471-EFA1-AE74C3A4FCD6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EE0CBEAA-EC07-19F5-15FF-6715E1AD975A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4DBFCC4A-A8BC-54D2-75BE-CF4F8231A3CF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146FEB0-840D-AA9E-B538-B01A4271A448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5429"/>
              <a:ext cx="316987" cy="16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6D768BD-CFBC-539D-FB9B-0FC8B7957A6C}"/>
              </a:ext>
            </a:extLst>
          </p:cNvPr>
          <p:cNvSpPr txBox="1"/>
          <p:nvPr/>
        </p:nvSpPr>
        <p:spPr>
          <a:xfrm>
            <a:off x="256897" y="2122063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758FB0-DAE6-6797-73D4-557682200C56}"/>
              </a:ext>
            </a:extLst>
          </p:cNvPr>
          <p:cNvGrpSpPr/>
          <p:nvPr/>
        </p:nvGrpSpPr>
        <p:grpSpPr>
          <a:xfrm>
            <a:off x="2838616" y="2429840"/>
            <a:ext cx="6248848" cy="2115712"/>
            <a:chOff x="2423527" y="758790"/>
            <a:chExt cx="6508954" cy="211571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22FA59A-4E87-C575-F3AB-458AE409EF35}"/>
                </a:ext>
              </a:extLst>
            </p:cNvPr>
            <p:cNvSpPr/>
            <p:nvPr/>
          </p:nvSpPr>
          <p:spPr>
            <a:xfrm>
              <a:off x="2423527" y="758790"/>
              <a:ext cx="6508954" cy="2108404"/>
            </a:xfrm>
            <a:prstGeom prst="rect">
              <a:avLst/>
            </a:prstGeom>
            <a:solidFill>
              <a:srgbClr val="A9DC94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EA33336-1A76-50A8-5BB5-7056511D3FFC}"/>
                </a:ext>
              </a:extLst>
            </p:cNvPr>
            <p:cNvSpPr txBox="1"/>
            <p:nvPr/>
          </p:nvSpPr>
          <p:spPr>
            <a:xfrm>
              <a:off x="7775628" y="2566725"/>
              <a:ext cx="109706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Hands-on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5402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313A9DB-11ED-49EC-2ACC-5062BF4A8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A340F6F0-97C0-4FD3-FD96-AA81A395505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438BB117-52E7-5BB4-A50C-FDA46EFBCDC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10375C-9EAC-78DA-8233-0F7E9FFCA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704" y="994787"/>
            <a:ext cx="3248310" cy="3649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itle 2">
            <a:extLst>
              <a:ext uri="{FF2B5EF4-FFF2-40B4-BE49-F238E27FC236}">
                <a16:creationId xmlns:a16="http://schemas.microsoft.com/office/drawing/2014/main" id="{4BC76ED6-AA08-4127-E620-D0E6B5219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173003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Data for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D62B9CA-D1F7-1C94-50DC-E0DB1E4372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4368" b="41747"/>
          <a:stretch/>
        </p:blipFill>
        <p:spPr>
          <a:xfrm>
            <a:off x="4517197" y="687596"/>
            <a:ext cx="1969477" cy="1968959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DE23D4-BD9D-9EF8-2206-242E78186893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541014" y="2376435"/>
            <a:ext cx="976183" cy="4430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A415D5E-2F20-ABE3-9F42-553DE0020A52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486674" y="1672076"/>
            <a:ext cx="612486" cy="105605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ED05785-82D3-AB26-B909-9CFA85107AD6}"/>
              </a:ext>
            </a:extLst>
          </p:cNvPr>
          <p:cNvSpPr txBox="1"/>
          <p:nvPr/>
        </p:nvSpPr>
        <p:spPr>
          <a:xfrm>
            <a:off x="4854499" y="2849001"/>
            <a:ext cx="41715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4 WWTPs</a:t>
            </a:r>
            <a:r>
              <a:rPr lang="en-GB" dirty="0"/>
              <a:t>: </a:t>
            </a:r>
            <a:r>
              <a:rPr lang="en-GB" dirty="0" err="1"/>
              <a:t>Kalundborg</a:t>
            </a:r>
            <a:r>
              <a:rPr lang="en-GB" dirty="0"/>
              <a:t>, </a:t>
            </a:r>
            <a:r>
              <a:rPr lang="en-GB" dirty="0" err="1"/>
              <a:t>Lynetten</a:t>
            </a:r>
            <a:r>
              <a:rPr lang="en-GB" dirty="0"/>
              <a:t>, Randers, Ribe (Referred to as </a:t>
            </a:r>
            <a:r>
              <a:rPr lang="en-GB" dirty="0" err="1"/>
              <a:t>SampleSite</a:t>
            </a:r>
            <a:r>
              <a:rPr lang="en-GB" dirty="0"/>
              <a:t> in data)</a:t>
            </a:r>
          </a:p>
          <a:p>
            <a:endParaRPr lang="en-GB" dirty="0"/>
          </a:p>
          <a:p>
            <a:r>
              <a:rPr lang="en-GB" b="1" dirty="0"/>
              <a:t>141 samples</a:t>
            </a:r>
          </a:p>
          <a:p>
            <a:r>
              <a:rPr lang="en-GB" b="1" dirty="0"/>
              <a:t>January – December 2020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89639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A4C2F34-C67C-30F5-D75B-70D84295C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A0CD04FB-DB10-6D7A-B7AB-62D894EBAE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6729" y="1140444"/>
            <a:ext cx="8520600" cy="274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R and Rstudio (if not done)</a:t>
            </a:r>
            <a:endParaRPr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</a:t>
            </a:r>
            <a:r>
              <a:rPr lang="da" i="1" dirty="0">
                <a:solidFill>
                  <a:schemeClr val="tx1"/>
                </a:solidFill>
              </a:rPr>
              <a:t>ampvis2 </a:t>
            </a:r>
            <a:r>
              <a:rPr lang="da" dirty="0">
                <a:solidFill>
                  <a:schemeClr val="tx1"/>
                </a:solidFill>
              </a:rPr>
              <a:t>in Rstudio</a:t>
            </a:r>
            <a:endParaRPr i="1"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Download data from github 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Load data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Explore data! 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13E2D253-CE0D-B697-2F19-E81137A3760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A3AC430-1215-D46C-1AD4-9360A25C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29" y="437831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Structure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8FE359F-BAA7-EAF9-44E1-971A1EB2E0E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038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R and Rstudio 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R: </a:t>
            </a:r>
            <a:r>
              <a:rPr lang="da" u="sng" dirty="0">
                <a:solidFill>
                  <a:schemeClr val="hlink"/>
                </a:solidFill>
                <a:hlinkClick r:id="rId3"/>
              </a:rPr>
              <a:t>https://mirrors.dotsrc.org/cran/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Rstudio: </a:t>
            </a:r>
            <a:r>
              <a:rPr lang="da" u="sng" dirty="0">
                <a:solidFill>
                  <a:schemeClr val="hlink"/>
                </a:solidFill>
                <a:hlinkClick r:id="rId4"/>
              </a:rPr>
              <a:t>https://posit.co/download/rstudio-desktop/#download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044AF-4F76-B7E4-95FE-0AC0690937C6}"/>
              </a:ext>
            </a:extLst>
          </p:cNvPr>
          <p:cNvSpPr txBox="1"/>
          <p:nvPr/>
        </p:nvSpPr>
        <p:spPr>
          <a:xfrm>
            <a:off x="311700" y="3729415"/>
            <a:ext cx="8237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See guide: </a:t>
            </a:r>
            <a:r>
              <a:rPr lang="en-US" u="sng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https://www.geeksforgeeks.org/how-to-install-r-studio-on-windows-and-linux/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A48DA73-736F-3586-69C1-A7EFC873C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C1AD9E6-DE37-D4AD-202A-9632F254D1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ampvis2 in Rstudio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F508AB0-8E9C-DECF-B644-DF21FC8DB3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Go to documentation: </a:t>
            </a:r>
            <a:r>
              <a:rPr lang="en-US" dirty="0">
                <a:hlinkClick r:id="rId3"/>
              </a:rPr>
              <a:t>https://github.com/KasperSkytte/ampvis2</a:t>
            </a:r>
            <a:r>
              <a:rPr lang="en-US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D0F94DA-693D-8577-3610-43369FE9CB5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320CC0-2A77-CA5F-B45F-448DAE2D4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809828"/>
            <a:ext cx="7280223" cy="680159"/>
          </a:xfrm>
          <a:prstGeom prst="rect">
            <a:avLst/>
          </a:prstGeom>
        </p:spPr>
      </p:pic>
      <p:sp>
        <p:nvSpPr>
          <p:cNvPr id="2" name="Google Shape;71;p15">
            <a:extLst>
              <a:ext uri="{FF2B5EF4-FFF2-40B4-BE49-F238E27FC236}">
                <a16:creationId xmlns:a16="http://schemas.microsoft.com/office/drawing/2014/main" id="{6146D3EE-3D32-FE31-DFF1-0E8184319761}"/>
              </a:ext>
            </a:extLst>
          </p:cNvPr>
          <p:cNvSpPr txBox="1">
            <a:spLocks/>
          </p:cNvSpPr>
          <p:nvPr/>
        </p:nvSpPr>
        <p:spPr>
          <a:xfrm>
            <a:off x="334318" y="292056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500" b="1" dirty="0">
                <a:solidFill>
                  <a:srgbClr val="241858"/>
                </a:solidFill>
              </a:rPr>
              <a:t>Install other packages in </a:t>
            </a:r>
            <a:r>
              <a:rPr lang="en-US" sz="2500" b="1" dirty="0" err="1">
                <a:solidFill>
                  <a:srgbClr val="241858"/>
                </a:solidFill>
              </a:rPr>
              <a:t>Rstudio</a:t>
            </a:r>
            <a:endParaRPr lang="en-US" sz="2500" b="1" dirty="0">
              <a:solidFill>
                <a:srgbClr val="24185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3F1D7-CF4B-CA33-09EE-F0D969960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447" y="3828143"/>
            <a:ext cx="5561228" cy="5358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0183B-91A1-920E-0334-A0B69D158A29}"/>
              </a:ext>
            </a:extLst>
          </p:cNvPr>
          <p:cNvSpPr txBox="1"/>
          <p:nvPr/>
        </p:nvSpPr>
        <p:spPr>
          <a:xfrm>
            <a:off x="373192" y="346946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7"/>
              </a:rPr>
              <a:t>https://tidyverse.tidyverse.org/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5523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497EE05-02EA-CF75-C476-1A0F35B4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43080CB-CCE7-8C1A-884D-FFDD36E19A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EAB732FF-04DF-1A0D-4E28-FB7C02325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6E4AF7-60C7-DAD3-AF90-91B6CEF0306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1C9763-3409-8409-47C0-4CDC34F46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7515" y="1380171"/>
            <a:ext cx="5497200" cy="348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4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CE673415-388B-129E-F5EF-1012863D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D077C3C-0109-F455-E315-5C84601CB7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D5275764-8D03-5B62-A077-3F34CA4DFA5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D4191-A3C0-5B96-D81C-FA64095AA438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FC0674-4AEF-21A3-6382-77337372A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6964" y="1481739"/>
            <a:ext cx="5149572" cy="3287358"/>
          </a:xfrm>
          <a:prstGeom prst="rect">
            <a:avLst/>
          </a:prstGeom>
        </p:spPr>
      </p:pic>
      <p:cxnSp>
        <p:nvCxnSpPr>
          <p:cNvPr id="5" name="Google Shape;103;p18">
            <a:extLst>
              <a:ext uri="{FF2B5EF4-FFF2-40B4-BE49-F238E27FC236}">
                <a16:creationId xmlns:a16="http://schemas.microsoft.com/office/drawing/2014/main" id="{8519B502-6C89-2A67-2995-FECEF3E968BD}"/>
              </a:ext>
            </a:extLst>
          </p:cNvPr>
          <p:cNvCxnSpPr/>
          <p:nvPr/>
        </p:nvCxnSpPr>
        <p:spPr>
          <a:xfrm rot="10800000" flipH="1">
            <a:off x="5521750" y="3735938"/>
            <a:ext cx="414600" cy="485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4;p18">
            <a:extLst>
              <a:ext uri="{FF2B5EF4-FFF2-40B4-BE49-F238E27FC236}">
                <a16:creationId xmlns:a16="http://schemas.microsoft.com/office/drawing/2014/main" id="{EC5E27EE-EFB4-69F6-32B4-E832A4D98B6D}"/>
              </a:ext>
            </a:extLst>
          </p:cNvPr>
          <p:cNvSpPr/>
          <p:nvPr/>
        </p:nvSpPr>
        <p:spPr>
          <a:xfrm>
            <a:off x="7416939" y="1899292"/>
            <a:ext cx="780350" cy="237300"/>
          </a:xfrm>
          <a:prstGeom prst="rect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241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0AF0D0F8-9E76-7290-6B4E-CAD883F7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67C407E-EB45-7752-4A9F-0C02E71116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B94D9E3-D552-75F0-F9AC-3B2423C5E5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5680D8-ABFB-9405-6942-5102860D738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8F8D1-9687-4010-22DA-8526BEA02E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353" y="1444037"/>
            <a:ext cx="7331355" cy="3264137"/>
          </a:xfrm>
          <a:prstGeom prst="rect">
            <a:avLst/>
          </a:prstGeom>
        </p:spPr>
      </p:pic>
      <p:cxnSp>
        <p:nvCxnSpPr>
          <p:cNvPr id="7" name="Google Shape;125;p20">
            <a:extLst>
              <a:ext uri="{FF2B5EF4-FFF2-40B4-BE49-F238E27FC236}">
                <a16:creationId xmlns:a16="http://schemas.microsoft.com/office/drawing/2014/main" id="{FCC75DA6-B6C3-B19D-D26A-4AB4FAA74584}"/>
              </a:ext>
            </a:extLst>
          </p:cNvPr>
          <p:cNvCxnSpPr/>
          <p:nvPr/>
        </p:nvCxnSpPr>
        <p:spPr>
          <a:xfrm flipH="1">
            <a:off x="1491865" y="2975428"/>
            <a:ext cx="813600" cy="2256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" name="Google Shape;126;p20">
            <a:extLst>
              <a:ext uri="{FF2B5EF4-FFF2-40B4-BE49-F238E27FC236}">
                <a16:creationId xmlns:a16="http://schemas.microsoft.com/office/drawing/2014/main" id="{4B909745-CCCE-8EBC-E9AE-B18E710FFAF7}"/>
              </a:ext>
            </a:extLst>
          </p:cNvPr>
          <p:cNvSpPr txBox="1"/>
          <p:nvPr/>
        </p:nvSpPr>
        <p:spPr>
          <a:xfrm>
            <a:off x="2505547" y="2706661"/>
            <a:ext cx="13281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Raw ASVs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0" name="Google Shape;127;p20">
            <a:extLst>
              <a:ext uri="{FF2B5EF4-FFF2-40B4-BE49-F238E27FC236}">
                <a16:creationId xmlns:a16="http://schemas.microsoft.com/office/drawing/2014/main" id="{B1F6AC96-EA40-C66F-8667-34F7D048BD79}"/>
              </a:ext>
            </a:extLst>
          </p:cNvPr>
          <p:cNvCxnSpPr/>
          <p:nvPr/>
        </p:nvCxnSpPr>
        <p:spPr>
          <a:xfrm flipH="1">
            <a:off x="2122657" y="3401425"/>
            <a:ext cx="714300" cy="795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128;p20">
            <a:extLst>
              <a:ext uri="{FF2B5EF4-FFF2-40B4-BE49-F238E27FC236}">
                <a16:creationId xmlns:a16="http://schemas.microsoft.com/office/drawing/2014/main" id="{5E6F7BE2-A233-8B4D-D918-856DE463C484}"/>
              </a:ext>
            </a:extLst>
          </p:cNvPr>
          <p:cNvSpPr txBox="1"/>
          <p:nvPr/>
        </p:nvSpPr>
        <p:spPr>
          <a:xfrm>
            <a:off x="3058450" y="3170742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MiDAS 5.3 taxonomy 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2" name="Google Shape;129;p20">
            <a:extLst>
              <a:ext uri="{FF2B5EF4-FFF2-40B4-BE49-F238E27FC236}">
                <a16:creationId xmlns:a16="http://schemas.microsoft.com/office/drawing/2014/main" id="{16801761-2138-3E26-8832-BD65B0A2D344}"/>
              </a:ext>
            </a:extLst>
          </p:cNvPr>
          <p:cNvCxnSpPr/>
          <p:nvPr/>
        </p:nvCxnSpPr>
        <p:spPr>
          <a:xfrm rot="10800000">
            <a:off x="1813000" y="4107320"/>
            <a:ext cx="1190700" cy="354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Google Shape;130;p20">
            <a:extLst>
              <a:ext uri="{FF2B5EF4-FFF2-40B4-BE49-F238E27FC236}">
                <a16:creationId xmlns:a16="http://schemas.microsoft.com/office/drawing/2014/main" id="{5B4B9B09-C662-F9C3-6CAA-E8496828791E}"/>
              </a:ext>
            </a:extLst>
          </p:cNvPr>
          <p:cNvSpPr txBox="1"/>
          <p:nvPr/>
        </p:nvSpPr>
        <p:spPr>
          <a:xfrm>
            <a:off x="3303150" y="3953856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ASV table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4" name="Google Shape;131;p20">
            <a:extLst>
              <a:ext uri="{FF2B5EF4-FFF2-40B4-BE49-F238E27FC236}">
                <a16:creationId xmlns:a16="http://schemas.microsoft.com/office/drawing/2014/main" id="{DD652120-3AE7-B3F9-5888-3A0C982E8019}"/>
              </a:ext>
            </a:extLst>
          </p:cNvPr>
          <p:cNvCxnSpPr/>
          <p:nvPr/>
        </p:nvCxnSpPr>
        <p:spPr>
          <a:xfrm rot="10800000">
            <a:off x="2241458" y="4471554"/>
            <a:ext cx="1155300" cy="141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" name="Google Shape;132;p20">
            <a:extLst>
              <a:ext uri="{FF2B5EF4-FFF2-40B4-BE49-F238E27FC236}">
                <a16:creationId xmlns:a16="http://schemas.microsoft.com/office/drawing/2014/main" id="{1E5E8C8C-2420-66AA-8088-C81C27AC9C8F}"/>
              </a:ext>
            </a:extLst>
          </p:cNvPr>
          <p:cNvSpPr txBox="1"/>
          <p:nvPr/>
        </p:nvSpPr>
        <p:spPr>
          <a:xfrm>
            <a:off x="3464975" y="445931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Sample metadata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6" name="Google Shape;133;p20">
            <a:extLst>
              <a:ext uri="{FF2B5EF4-FFF2-40B4-BE49-F238E27FC236}">
                <a16:creationId xmlns:a16="http://schemas.microsoft.com/office/drawing/2014/main" id="{00480BA9-BEDB-A2A0-6E82-B4231DEDBB94}"/>
              </a:ext>
            </a:extLst>
          </p:cNvPr>
          <p:cNvCxnSpPr/>
          <p:nvPr/>
        </p:nvCxnSpPr>
        <p:spPr>
          <a:xfrm flipH="1">
            <a:off x="2559028" y="3803964"/>
            <a:ext cx="732000" cy="9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134;p20">
            <a:extLst>
              <a:ext uri="{FF2B5EF4-FFF2-40B4-BE49-F238E27FC236}">
                <a16:creationId xmlns:a16="http://schemas.microsoft.com/office/drawing/2014/main" id="{3C8B2109-C167-4C7C-BD6D-7B82F6DB4943}"/>
              </a:ext>
            </a:extLst>
          </p:cNvPr>
          <p:cNvSpPr txBox="1"/>
          <p:nvPr/>
        </p:nvSpPr>
        <p:spPr>
          <a:xfrm>
            <a:off x="3528050" y="3562299"/>
            <a:ext cx="19575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SILVA taxonomy</a:t>
            </a:r>
            <a:endParaRPr sz="16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57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>
                <a:solidFill>
                  <a:srgbClr val="241858"/>
                </a:solidFill>
              </a:rPr>
              <a:t>Install ampvis2 </a:t>
            </a:r>
            <a:r>
              <a:rPr lang="da" sz="2058" dirty="0">
                <a:solidFill>
                  <a:schemeClr val="dk2"/>
                </a:solidFill>
              </a:rPr>
              <a:t>(</a:t>
            </a:r>
            <a:r>
              <a:rPr lang="da" sz="1566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https://kasperskytte.github.io/ampvis2/articles/ampvis2.html</a:t>
            </a:r>
            <a:r>
              <a:rPr lang="da" sz="2050" dirty="0">
                <a:solidFill>
                  <a:schemeClr val="dk2"/>
                </a:solidFill>
              </a:rPr>
              <a:t>)</a:t>
            </a:r>
            <a:r>
              <a:rPr lang="da" sz="3466" dirty="0"/>
              <a:t> </a:t>
            </a:r>
            <a:endParaRPr sz="3466"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311700" y="1110550"/>
            <a:ext cx="8520600" cy="37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In the R terminal:</a:t>
            </a:r>
            <a:endParaRPr sz="1600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install.packages("remotes")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remotes::install_github("kasperskytte/ampvis2")</a:t>
            </a:r>
            <a:endParaRPr sz="95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Other needed packages: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install.packages(“tidyverse")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Load packages (do for all packages):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library("ampvis2")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 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11</a:t>
            </a:fld>
            <a:endParaRPr/>
          </a:p>
        </p:txBody>
      </p:sp>
      <p:pic>
        <p:nvPicPr>
          <p:cNvPr id="164" name="Google Shape;1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Load data into ampvis object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170" name="Google Shape;170;p23"/>
          <p:cNvSpPr txBox="1">
            <a:spLocks noGrp="1"/>
          </p:cNvSpPr>
          <p:nvPr>
            <p:ph type="body" idx="1"/>
          </p:nvPr>
        </p:nvSpPr>
        <p:spPr>
          <a:xfrm>
            <a:off x="311699" y="1000075"/>
            <a:ext cx="5690977" cy="3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Metadata: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metadata_midascourse.txt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ASV table: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ASVtable.tsv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 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Taxonomy: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ASVs.R1.midas53.sintax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ASVs (fasta sequences):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'data/ASVs.R1.fa'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Load into ampvis: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d_midas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&lt;- 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amp_load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otutable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= "data/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ASVtable.tsv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taxonomy = "data/ASVs.R1.midas53.sintax",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metadata = "data/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metadata_midascourse.txt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fasta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= "data/ASVs.R1.fa")</a:t>
            </a:r>
            <a:endParaRPr sz="1600" dirty="0"/>
          </a:p>
        </p:txBody>
      </p:sp>
      <p:sp>
        <p:nvSpPr>
          <p:cNvPr id="172" name="Google Shape;172;p23"/>
          <p:cNvSpPr txBox="1"/>
          <p:nvPr/>
        </p:nvSpPr>
        <p:spPr>
          <a:xfrm>
            <a:off x="7923534" y="24479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000" b="1" dirty="0">
                <a:solidFill>
                  <a:schemeClr val="dk2"/>
                </a:solidFill>
              </a:rPr>
              <a:t>(optional)</a:t>
            </a:r>
            <a:endParaRPr sz="1000" b="1" dirty="0">
              <a:solidFill>
                <a:schemeClr val="dk2"/>
              </a:solidFill>
            </a:endParaRPr>
          </a:p>
        </p:txBody>
      </p:sp>
      <p:sp>
        <p:nvSpPr>
          <p:cNvPr id="173" name="Google Shape;17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12</a:t>
            </a:fld>
            <a:endParaRPr/>
          </a:p>
        </p:txBody>
      </p:sp>
      <p:pic>
        <p:nvPicPr>
          <p:cNvPr id="174" name="Google Shape;17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80;p24">
            <a:extLst>
              <a:ext uri="{FF2B5EF4-FFF2-40B4-BE49-F238E27FC236}">
                <a16:creationId xmlns:a16="http://schemas.microsoft.com/office/drawing/2014/main" id="{5EBFA03C-6967-DC74-73A7-BA4D6A4B92D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rcRect b="66325"/>
          <a:stretch>
            <a:fillRect/>
          </a:stretch>
        </p:blipFill>
        <p:spPr>
          <a:xfrm>
            <a:off x="5045097" y="296200"/>
            <a:ext cx="3931853" cy="153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88760" y="3459217"/>
            <a:ext cx="8876537" cy="20895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Check out and explore all the nice documentation: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tx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800" u="sng" dirty="0">
                <a:solidFill>
                  <a:srgbClr val="0097A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https://kasperskytte.github.io/ampvis2/articles/ampvis2.html</a:t>
            </a:r>
            <a:r>
              <a:rPr lang="da" sz="1800" dirty="0"/>
              <a:t> </a:t>
            </a:r>
            <a:endParaRPr dirty="0"/>
          </a:p>
        </p:txBody>
      </p:sp>
      <p:pic>
        <p:nvPicPr>
          <p:cNvPr id="117" name="Google Shape;11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DEA4BC79-209E-19F4-D067-BA99A6E0BA02}"/>
              </a:ext>
            </a:extLst>
          </p:cNvPr>
          <p:cNvSpPr txBox="1">
            <a:spLocks/>
          </p:cNvSpPr>
          <p:nvPr/>
        </p:nvSpPr>
        <p:spPr>
          <a:xfrm>
            <a:off x="173322" y="22530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GB" sz="2500" b="1" dirty="0">
                <a:solidFill>
                  <a:srgbClr val="241858"/>
                </a:solidFill>
              </a:rPr>
              <a:t>What can ampvis2 do?</a:t>
            </a:r>
            <a:endParaRPr lang="en-US" sz="2500" b="1" dirty="0">
              <a:solidFill>
                <a:srgbClr val="24185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A73B49-FCFB-4E2B-F0C7-90CEE0FE50F6}"/>
              </a:ext>
            </a:extLst>
          </p:cNvPr>
          <p:cNvSpPr txBox="1"/>
          <p:nvPr/>
        </p:nvSpPr>
        <p:spPr>
          <a:xfrm>
            <a:off x="88760" y="899454"/>
            <a:ext cx="45720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73200" lvl="2">
              <a:spcBef>
                <a:spcPts val="561"/>
              </a:spcBef>
              <a:buSzPct val="45000"/>
            </a:pPr>
            <a:r>
              <a:rPr lang="en-US" sz="2000" b="0" strike="noStrike" spc="-1" dirty="0">
                <a:solidFill>
                  <a:srgbClr val="000000"/>
                </a:solidFill>
                <a:latin typeface="+mn-lt"/>
                <a:ea typeface="DejaVu Sans"/>
              </a:rPr>
              <a:t>- Handling amplicon data</a:t>
            </a:r>
            <a:endParaRPr lang="en-US" sz="2000" b="0" strike="noStrike" spc="-1" dirty="0">
              <a:latin typeface="+mn-lt"/>
            </a:endParaRPr>
          </a:p>
          <a:p>
            <a:pPr marL="673200" lvl="2">
              <a:spcBef>
                <a:spcPts val="561"/>
              </a:spcBef>
              <a:buClr>
                <a:srgbClr val="000000"/>
              </a:buClr>
              <a:buSzPct val="45000"/>
            </a:pPr>
            <a:r>
              <a:rPr lang="en-US" sz="2000" b="1" strike="noStrike" spc="-1" dirty="0">
                <a:solidFill>
                  <a:srgbClr val="000000"/>
                </a:solidFill>
                <a:latin typeface="+mn-lt"/>
                <a:ea typeface="DejaVu Sans"/>
              </a:rPr>
              <a:t>- Vis</a:t>
            </a:r>
            <a:r>
              <a:rPr lang="en-US" sz="2000" b="0" strike="noStrike" spc="-1" dirty="0">
                <a:solidFill>
                  <a:srgbClr val="000000"/>
                </a:solidFill>
                <a:latin typeface="+mn-lt"/>
                <a:ea typeface="DejaVu Sans"/>
              </a:rPr>
              <a:t>ualize </a:t>
            </a:r>
            <a:r>
              <a:rPr lang="en-US" sz="2000" b="1" strike="noStrike" spc="-1" dirty="0">
                <a:solidFill>
                  <a:srgbClr val="000000"/>
                </a:solidFill>
                <a:latin typeface="+mn-lt"/>
                <a:ea typeface="DejaVu Sans"/>
              </a:rPr>
              <a:t>amp</a:t>
            </a:r>
            <a:r>
              <a:rPr lang="en-US" sz="2000" b="0" strike="noStrike" spc="-1" dirty="0">
                <a:solidFill>
                  <a:srgbClr val="000000"/>
                </a:solidFill>
                <a:latin typeface="+mn-lt"/>
                <a:ea typeface="DejaVu Sans"/>
              </a:rPr>
              <a:t>licon data</a:t>
            </a:r>
            <a:endParaRPr lang="en-US" sz="2000" b="0" strike="noStrike" spc="-1" dirty="0">
              <a:latin typeface="+mn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A31D00-B6DF-5938-3D94-A875A9F1097C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5934476" y="300179"/>
            <a:ext cx="2693061" cy="3057589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08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Open the website</a:t>
            </a:r>
            <a:endParaRPr dirty="0"/>
          </a:p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11700" y="14060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da"/>
              <a:t>Click on the functions!</a:t>
            </a:r>
            <a:endParaRPr/>
          </a:p>
        </p:txBody>
      </p:sp>
      <p:pic>
        <p:nvPicPr>
          <p:cNvPr id="124" name="Google Shape;12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652" y="287375"/>
            <a:ext cx="6439346" cy="4856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5" name="Google Shape;125;p21"/>
          <p:cNvCxnSpPr/>
          <p:nvPr/>
        </p:nvCxnSpPr>
        <p:spPr>
          <a:xfrm rot="10800000">
            <a:off x="5415275" y="713675"/>
            <a:ext cx="20400" cy="692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27" name="Google Shape;12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08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Open the website</a:t>
            </a:r>
            <a:endParaRPr/>
          </a:p>
        </p:txBody>
      </p:sp>
      <p:sp>
        <p:nvSpPr>
          <p:cNvPr id="133" name="Google Shape;133;p22"/>
          <p:cNvSpPr txBox="1">
            <a:spLocks noGrp="1"/>
          </p:cNvSpPr>
          <p:nvPr>
            <p:ph type="body" idx="1"/>
          </p:nvPr>
        </p:nvSpPr>
        <p:spPr>
          <a:xfrm>
            <a:off x="311700" y="1406075"/>
            <a:ext cx="2327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Select a function to see how to use function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34" name="Google Shape;13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652" y="287375"/>
            <a:ext cx="6439346" cy="4856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5" name="Google Shape;135;p22"/>
          <p:cNvCxnSpPr/>
          <p:nvPr/>
        </p:nvCxnSpPr>
        <p:spPr>
          <a:xfrm>
            <a:off x="3125700" y="4167575"/>
            <a:ext cx="521100" cy="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37" name="Google Shape;13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652" y="287375"/>
            <a:ext cx="6439346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080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Open the website</a:t>
            </a:r>
            <a:endParaRPr/>
          </a:p>
        </p:txBody>
      </p:sp>
      <p:sp>
        <p:nvSpPr>
          <p:cNvPr id="144" name="Google Shape;144;p23"/>
          <p:cNvSpPr txBox="1">
            <a:spLocks noGrp="1"/>
          </p:cNvSpPr>
          <p:nvPr>
            <p:ph type="body" idx="1"/>
          </p:nvPr>
        </p:nvSpPr>
        <p:spPr>
          <a:xfrm>
            <a:off x="311700" y="1406075"/>
            <a:ext cx="2327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Check out and play with all the settings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7900" y="32500"/>
            <a:ext cx="4972375" cy="5034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6" name="Google Shape;146;p23"/>
          <p:cNvCxnSpPr/>
          <p:nvPr/>
        </p:nvCxnSpPr>
        <p:spPr>
          <a:xfrm>
            <a:off x="3125700" y="4167575"/>
            <a:ext cx="521100" cy="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48" name="Google Shape;148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>
            <a:spLocks noGrp="1"/>
          </p:cNvSpPr>
          <p:nvPr>
            <p:ph type="title"/>
          </p:nvPr>
        </p:nvSpPr>
        <p:spPr>
          <a:xfrm>
            <a:off x="311700" y="574075"/>
            <a:ext cx="4260300" cy="12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Typical amplicon analysis workflow in ampvis2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5097" y="296200"/>
            <a:ext cx="3931853" cy="455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17</a:t>
            </a:fld>
            <a:endParaRPr/>
          </a:p>
        </p:txBody>
      </p:sp>
      <p:pic>
        <p:nvPicPr>
          <p:cNvPr id="182" name="Google Shape;18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72;p23">
            <a:extLst>
              <a:ext uri="{FF2B5EF4-FFF2-40B4-BE49-F238E27FC236}">
                <a16:creationId xmlns:a16="http://schemas.microsoft.com/office/drawing/2014/main" id="{70348419-F3DA-C5B4-B151-0890670D6EAD}"/>
              </a:ext>
            </a:extLst>
          </p:cNvPr>
          <p:cNvSpPr txBox="1"/>
          <p:nvPr/>
        </p:nvSpPr>
        <p:spPr>
          <a:xfrm>
            <a:off x="7923534" y="24479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000" b="1" dirty="0">
                <a:solidFill>
                  <a:schemeClr val="dk2"/>
                </a:solidFill>
              </a:rPr>
              <a:t>(optional)</a:t>
            </a:r>
            <a:endParaRPr sz="10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6"/>
          <p:cNvSpPr txBox="1">
            <a:spLocks noGrp="1"/>
          </p:cNvSpPr>
          <p:nvPr>
            <p:ph type="ctrTitle"/>
          </p:nvPr>
        </p:nvSpPr>
        <p:spPr>
          <a:xfrm>
            <a:off x="311708" y="-266467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Break and R support</a:t>
            </a:r>
            <a:endParaRPr dirty="0"/>
          </a:p>
        </p:txBody>
      </p:sp>
      <p:pic>
        <p:nvPicPr>
          <p:cNvPr id="197" name="Google Shape;19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C43EFA-1DD2-970E-DEBC-65B9E9203B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036"/>
          <a:stretch>
            <a:fillRect/>
          </a:stretch>
        </p:blipFill>
        <p:spPr>
          <a:xfrm>
            <a:off x="2247517" y="1867551"/>
            <a:ext cx="4748019" cy="288245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51C366E-E464-E216-CAE5-ACF157C8F2EC}"/>
              </a:ext>
            </a:extLst>
          </p:cNvPr>
          <p:cNvCxnSpPr>
            <a:cxnSpLocks/>
          </p:cNvCxnSpPr>
          <p:nvPr/>
        </p:nvCxnSpPr>
        <p:spPr>
          <a:xfrm>
            <a:off x="1620648" y="3047642"/>
            <a:ext cx="892097" cy="4609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0ADB937-6F37-1DB4-162C-9E6EB8A83735}"/>
              </a:ext>
            </a:extLst>
          </p:cNvPr>
          <p:cNvSpPr txBox="1"/>
          <p:nvPr/>
        </p:nvSpPr>
        <p:spPr>
          <a:xfrm>
            <a:off x="563793" y="2708340"/>
            <a:ext cx="158467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Open </a:t>
            </a:r>
            <a:r>
              <a:rPr lang="da-DK" dirty="0" err="1"/>
              <a:t>this</a:t>
            </a:r>
            <a:r>
              <a:rPr lang="da-DK" dirty="0"/>
              <a:t> in </a:t>
            </a:r>
            <a:r>
              <a:rPr lang="da-DK" dirty="0" err="1"/>
              <a:t>your</a:t>
            </a:r>
            <a:r>
              <a:rPr lang="da-DK" dirty="0"/>
              <a:t> computer</a:t>
            </a:r>
          </a:p>
          <a:p>
            <a:endParaRPr lang="da-DK" dirty="0"/>
          </a:p>
          <a:p>
            <a:endParaRPr lang="da-DK" dirty="0"/>
          </a:p>
          <a:p>
            <a:r>
              <a:rPr lang="da-DK" dirty="0"/>
              <a:t>Load data</a:t>
            </a:r>
          </a:p>
          <a:p>
            <a:endParaRPr lang="da-DK" dirty="0"/>
          </a:p>
          <a:p>
            <a:r>
              <a:rPr lang="da-DK" dirty="0" err="1"/>
              <a:t>Answer</a:t>
            </a:r>
            <a:r>
              <a:rPr lang="da-DK" dirty="0"/>
              <a:t> </a:t>
            </a:r>
            <a:r>
              <a:rPr lang="da-DK" dirty="0" err="1"/>
              <a:t>questions</a:t>
            </a:r>
            <a:endParaRPr lang="da-DK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550</Words>
  <Application>Microsoft Macintosh PowerPoint</Application>
  <PresentationFormat>On-screen Show (16:9)</PresentationFormat>
  <Paragraphs>110</Paragraphs>
  <Slides>18</Slides>
  <Notes>18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Courier New</vt:lpstr>
      <vt:lpstr>Simple Light</vt:lpstr>
      <vt:lpstr>PowerPoint Presentation</vt:lpstr>
      <vt:lpstr>Aim of the hands-on</vt:lpstr>
      <vt:lpstr>Aim of the hands-on</vt:lpstr>
      <vt:lpstr>Data for the hands-on</vt:lpstr>
      <vt:lpstr>Structure of the hands-on</vt:lpstr>
      <vt:lpstr>Install R and Rstudio </vt:lpstr>
      <vt:lpstr>Install ampvis2 in Rstudio</vt:lpstr>
      <vt:lpstr>Find and download data</vt:lpstr>
      <vt:lpstr>Find and download data</vt:lpstr>
      <vt:lpstr>Find and download data</vt:lpstr>
      <vt:lpstr>Install ampvis2 (https://kasperskytte.github.io/ampvis2/articles/ampvis2.html) </vt:lpstr>
      <vt:lpstr>Load data into ampvis object</vt:lpstr>
      <vt:lpstr>PowerPoint Presentation</vt:lpstr>
      <vt:lpstr>Open the website</vt:lpstr>
      <vt:lpstr>Open the website</vt:lpstr>
      <vt:lpstr>Open the website</vt:lpstr>
      <vt:lpstr>Typical amplicon analysis workflow in ampvis2</vt:lpstr>
      <vt:lpstr>Break and R support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Sofie Zacho Vestergaard</cp:lastModifiedBy>
  <cp:revision>9</cp:revision>
  <dcterms:modified xsi:type="dcterms:W3CDTF">2025-05-27T11:28:04Z</dcterms:modified>
</cp:coreProperties>
</file>