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05" r:id="rId4"/>
  </p:sldMasterIdLst>
  <p:notesMasterIdLst>
    <p:notesMasterId r:id="rId32"/>
  </p:notesMasterIdLst>
  <p:handoutMasterIdLst>
    <p:handoutMasterId r:id="rId33"/>
  </p:handoutMasterIdLst>
  <p:sldIdLst>
    <p:sldId id="1407" r:id="rId5"/>
    <p:sldId id="1448" r:id="rId6"/>
    <p:sldId id="1449" r:id="rId7"/>
    <p:sldId id="1451" r:id="rId8"/>
    <p:sldId id="1454" r:id="rId9"/>
    <p:sldId id="1455" r:id="rId10"/>
    <p:sldId id="1456" r:id="rId11"/>
    <p:sldId id="1457" r:id="rId12"/>
    <p:sldId id="1458" r:id="rId13"/>
    <p:sldId id="1459" r:id="rId14"/>
    <p:sldId id="1433" r:id="rId15"/>
    <p:sldId id="1450" r:id="rId16"/>
    <p:sldId id="1461" r:id="rId17"/>
    <p:sldId id="1462" r:id="rId18"/>
    <p:sldId id="1439" r:id="rId19"/>
    <p:sldId id="1440" r:id="rId20"/>
    <p:sldId id="1436" r:id="rId21"/>
    <p:sldId id="1441" r:id="rId22"/>
    <p:sldId id="1442" r:id="rId23"/>
    <p:sldId id="1443" r:id="rId24"/>
    <p:sldId id="1444" r:id="rId25"/>
    <p:sldId id="1445" r:id="rId26"/>
    <p:sldId id="1446" r:id="rId27"/>
    <p:sldId id="1464" r:id="rId28"/>
    <p:sldId id="1447" r:id="rId29"/>
    <p:sldId id="1463" r:id="rId30"/>
    <p:sldId id="1465" r:id="rId31"/>
  </p:sldIdLst>
  <p:sldSz cx="12192000" cy="6858000"/>
  <p:notesSz cx="6858000" cy="9144000"/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lance" id="{705054ED-DB56-FA4C-BB16-D35BDEFFF4C1}">
          <p14:sldIdLst>
            <p14:sldId id="1407"/>
            <p14:sldId id="1448"/>
            <p14:sldId id="1449"/>
            <p14:sldId id="1451"/>
            <p14:sldId id="1454"/>
            <p14:sldId id="1455"/>
            <p14:sldId id="1456"/>
            <p14:sldId id="1457"/>
            <p14:sldId id="1458"/>
            <p14:sldId id="1459"/>
            <p14:sldId id="1433"/>
            <p14:sldId id="1450"/>
            <p14:sldId id="1461"/>
            <p14:sldId id="1462"/>
            <p14:sldId id="1439"/>
            <p14:sldId id="1440"/>
            <p14:sldId id="1436"/>
            <p14:sldId id="1441"/>
            <p14:sldId id="1442"/>
            <p14:sldId id="1443"/>
            <p14:sldId id="1444"/>
            <p14:sldId id="1445"/>
            <p14:sldId id="1446"/>
            <p14:sldId id="1464"/>
            <p14:sldId id="1447"/>
            <p14:sldId id="1463"/>
            <p14:sldId id="14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D"/>
    <a:srgbClr val="00B050"/>
    <a:srgbClr val="439F46"/>
    <a:srgbClr val="AF7D61"/>
    <a:srgbClr val="CCAC9B"/>
    <a:srgbClr val="E0B9A3"/>
    <a:srgbClr val="DB1D96"/>
    <a:srgbClr val="B3EFFF"/>
    <a:srgbClr val="007A9A"/>
    <a:srgbClr val="CBD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5E106C-2029-4E9D-A2B1-D340ED5BBCF1}" v="29" dt="2026-06-09T10:32:26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221" autoAdjust="0"/>
    <p:restoredTop sz="94660"/>
  </p:normalViewPr>
  <p:slideViewPr>
    <p:cSldViewPr snapToGrid="0">
      <p:cViewPr>
        <p:scale>
          <a:sx n="125" d="100"/>
          <a:sy n="125" d="100"/>
        </p:scale>
        <p:origin x="486" y="6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 Riisgaard-Jensen" userId="f0161a80-e35d-4f8c-b099-a1d66e015bdd" providerId="ADAL" clId="{15675217-BBD7-490B-9D1E-3E5A7DB470BE}"/>
    <pc:docChg chg="undo custSel addSld delSld modSld sldOrd modMainMaster modSection">
      <pc:chgData name="Marie Riisgaard-Jensen" userId="f0161a80-e35d-4f8c-b099-a1d66e015bdd" providerId="ADAL" clId="{15675217-BBD7-490B-9D1E-3E5A7DB470BE}" dt="2026-06-09T10:32:26.706" v="386"/>
      <pc:docMkLst>
        <pc:docMk/>
      </pc:docMkLst>
      <pc:sldChg chg="modNotesTx">
        <pc:chgData name="Marie Riisgaard-Jensen" userId="f0161a80-e35d-4f8c-b099-a1d66e015bdd" providerId="ADAL" clId="{15675217-BBD7-490B-9D1E-3E5A7DB470BE}" dt="2026-06-09T08:29:58.894" v="343" actId="20577"/>
        <pc:sldMkLst>
          <pc:docMk/>
          <pc:sldMk cId="3561230012" sldId="1407"/>
        </pc:sldMkLst>
      </pc:sldChg>
      <pc:sldChg chg="addSp modSp mod">
        <pc:chgData name="Marie Riisgaard-Jensen" userId="f0161a80-e35d-4f8c-b099-a1d66e015bdd" providerId="ADAL" clId="{15675217-BBD7-490B-9D1E-3E5A7DB470BE}" dt="2026-06-09T08:23:51.346" v="333" actId="1076"/>
        <pc:sldMkLst>
          <pc:docMk/>
          <pc:sldMk cId="674040313" sldId="1442"/>
        </pc:sldMkLst>
        <pc:spChg chg="mod">
          <ac:chgData name="Marie Riisgaard-Jensen" userId="f0161a80-e35d-4f8c-b099-a1d66e015bdd" providerId="ADAL" clId="{15675217-BBD7-490B-9D1E-3E5A7DB470BE}" dt="2026-06-09T08:09:40.396" v="23"/>
          <ac:spMkLst>
            <pc:docMk/>
            <pc:sldMk cId="674040313" sldId="1442"/>
            <ac:spMk id="2" creationId="{ADD2A777-F9F6-4FB5-7B01-66678C54C9E7}"/>
          </ac:spMkLst>
        </pc:spChg>
        <pc:spChg chg="add mod">
          <ac:chgData name="Marie Riisgaard-Jensen" userId="f0161a80-e35d-4f8c-b099-a1d66e015bdd" providerId="ADAL" clId="{15675217-BBD7-490B-9D1E-3E5A7DB470BE}" dt="2026-06-09T08:23:51.346" v="333" actId="1076"/>
          <ac:spMkLst>
            <pc:docMk/>
            <pc:sldMk cId="674040313" sldId="1442"/>
            <ac:spMk id="3" creationId="{2EC36A31-0256-7CA0-3FEB-2DCF7645AC12}"/>
          </ac:spMkLst>
        </pc:spChg>
        <pc:picChg chg="mod modCrop">
          <ac:chgData name="Marie Riisgaard-Jensen" userId="f0161a80-e35d-4f8c-b099-a1d66e015bdd" providerId="ADAL" clId="{15675217-BBD7-490B-9D1E-3E5A7DB470BE}" dt="2026-06-09T08:10:14.036" v="27" actId="18131"/>
          <ac:picMkLst>
            <pc:docMk/>
            <pc:sldMk cId="674040313" sldId="1442"/>
            <ac:picMk id="18" creationId="{0807A215-DB04-027C-0D5C-574067E369AB}"/>
          </ac:picMkLst>
        </pc:picChg>
      </pc:sldChg>
      <pc:sldChg chg="modSp mod">
        <pc:chgData name="Marie Riisgaard-Jensen" userId="f0161a80-e35d-4f8c-b099-a1d66e015bdd" providerId="ADAL" clId="{15675217-BBD7-490B-9D1E-3E5A7DB470BE}" dt="2026-06-09T08:18:21.209" v="280" actId="1037"/>
        <pc:sldMkLst>
          <pc:docMk/>
          <pc:sldMk cId="669483339" sldId="1443"/>
        </pc:sldMkLst>
        <pc:spChg chg="mod">
          <ac:chgData name="Marie Riisgaard-Jensen" userId="f0161a80-e35d-4f8c-b099-a1d66e015bdd" providerId="ADAL" clId="{15675217-BBD7-490B-9D1E-3E5A7DB470BE}" dt="2026-06-09T08:09:32.990" v="22" actId="20577"/>
          <ac:spMkLst>
            <pc:docMk/>
            <pc:sldMk cId="669483339" sldId="1443"/>
            <ac:spMk id="2" creationId="{B6911FCE-12B6-92E3-65E5-5BE94E41A0C0}"/>
          </ac:spMkLst>
        </pc:spChg>
        <pc:spChg chg="mod">
          <ac:chgData name="Marie Riisgaard-Jensen" userId="f0161a80-e35d-4f8c-b099-a1d66e015bdd" providerId="ADAL" clId="{15675217-BBD7-490B-9D1E-3E5A7DB470BE}" dt="2026-06-09T08:18:21.209" v="280" actId="1037"/>
          <ac:spMkLst>
            <pc:docMk/>
            <pc:sldMk cId="669483339" sldId="1443"/>
            <ac:spMk id="7" creationId="{A5008307-B983-485F-8F03-46A5132A9411}"/>
          </ac:spMkLst>
        </pc:spChg>
      </pc:sldChg>
      <pc:sldChg chg="addSp modSp mod modAnim">
        <pc:chgData name="Marie Riisgaard-Jensen" userId="f0161a80-e35d-4f8c-b099-a1d66e015bdd" providerId="ADAL" clId="{15675217-BBD7-490B-9D1E-3E5A7DB470BE}" dt="2026-06-09T08:15:41.636" v="264" actId="14100"/>
        <pc:sldMkLst>
          <pc:docMk/>
          <pc:sldMk cId="2852993159" sldId="1444"/>
        </pc:sldMkLst>
        <pc:spChg chg="mod">
          <ac:chgData name="Marie Riisgaard-Jensen" userId="f0161a80-e35d-4f8c-b099-a1d66e015bdd" providerId="ADAL" clId="{15675217-BBD7-490B-9D1E-3E5A7DB470BE}" dt="2026-06-09T08:10:49.486" v="29" actId="20577"/>
          <ac:spMkLst>
            <pc:docMk/>
            <pc:sldMk cId="2852993159" sldId="1444"/>
            <ac:spMk id="2" creationId="{589AEF24-86D4-4E41-FA72-9F224431C585}"/>
          </ac:spMkLst>
        </pc:spChg>
        <pc:spChg chg="mod">
          <ac:chgData name="Marie Riisgaard-Jensen" userId="f0161a80-e35d-4f8c-b099-a1d66e015bdd" providerId="ADAL" clId="{15675217-BBD7-490B-9D1E-3E5A7DB470BE}" dt="2026-06-09T08:15:30.667" v="261" actId="1038"/>
          <ac:spMkLst>
            <pc:docMk/>
            <pc:sldMk cId="2852993159" sldId="1444"/>
            <ac:spMk id="12" creationId="{C181E291-B44E-72B7-D5F5-263E34D0828D}"/>
          </ac:spMkLst>
        </pc:spChg>
        <pc:grpChg chg="mod">
          <ac:chgData name="Marie Riisgaard-Jensen" userId="f0161a80-e35d-4f8c-b099-a1d66e015bdd" providerId="ADAL" clId="{15675217-BBD7-490B-9D1E-3E5A7DB470BE}" dt="2026-06-09T08:14:56.276" v="230" actId="14100"/>
          <ac:grpSpMkLst>
            <pc:docMk/>
            <pc:sldMk cId="2852993159" sldId="1444"/>
            <ac:grpSpMk id="16" creationId="{C73684FD-3628-DC39-8B16-690AF93A3F3F}"/>
          </ac:grpSpMkLst>
        </pc:grpChg>
        <pc:picChg chg="add mod modCrop">
          <ac:chgData name="Marie Riisgaard-Jensen" userId="f0161a80-e35d-4f8c-b099-a1d66e015bdd" providerId="ADAL" clId="{15675217-BBD7-490B-9D1E-3E5A7DB470BE}" dt="2026-06-09T08:11:43.558" v="34" actId="732"/>
          <ac:picMkLst>
            <pc:docMk/>
            <pc:sldMk cId="2852993159" sldId="1444"/>
            <ac:picMk id="4" creationId="{BDD50127-E6E0-B743-5CE2-AAE5BEECB674}"/>
          </ac:picMkLst>
        </pc:picChg>
        <pc:picChg chg="mod modCrop">
          <ac:chgData name="Marie Riisgaard-Jensen" userId="f0161a80-e35d-4f8c-b099-a1d66e015bdd" providerId="ADAL" clId="{15675217-BBD7-490B-9D1E-3E5A7DB470BE}" dt="2026-06-09T08:15:41.636" v="264" actId="14100"/>
          <ac:picMkLst>
            <pc:docMk/>
            <pc:sldMk cId="2852993159" sldId="1444"/>
            <ac:picMk id="5" creationId="{9DF4BEE6-738F-E9ED-3B2D-389EB57D7BA9}"/>
          </ac:picMkLst>
        </pc:picChg>
        <pc:picChg chg="add mod modCrop">
          <ac:chgData name="Marie Riisgaard-Jensen" userId="f0161a80-e35d-4f8c-b099-a1d66e015bdd" providerId="ADAL" clId="{15675217-BBD7-490B-9D1E-3E5A7DB470BE}" dt="2026-06-09T08:15:22.141" v="248" actId="14100"/>
          <ac:picMkLst>
            <pc:docMk/>
            <pc:sldMk cId="2852993159" sldId="1444"/>
            <ac:picMk id="6" creationId="{B52C78AA-C8D5-89B2-6C1E-7816FDC1F3CB}"/>
          </ac:picMkLst>
        </pc:picChg>
        <pc:picChg chg="mod">
          <ac:chgData name="Marie Riisgaard-Jensen" userId="f0161a80-e35d-4f8c-b099-a1d66e015bdd" providerId="ADAL" clId="{15675217-BBD7-490B-9D1E-3E5A7DB470BE}" dt="2026-06-09T08:12:19.158" v="43" actId="1076"/>
          <ac:picMkLst>
            <pc:docMk/>
            <pc:sldMk cId="2852993159" sldId="1444"/>
            <ac:picMk id="7" creationId="{8B6BBB3D-19B4-0AF7-7E92-58783AD65824}"/>
          </ac:picMkLst>
        </pc:picChg>
        <pc:picChg chg="mod modCrop">
          <ac:chgData name="Marie Riisgaard-Jensen" userId="f0161a80-e35d-4f8c-b099-a1d66e015bdd" providerId="ADAL" clId="{15675217-BBD7-490B-9D1E-3E5A7DB470BE}" dt="2026-06-09T08:13:17.298" v="102" actId="732"/>
          <ac:picMkLst>
            <pc:docMk/>
            <pc:sldMk cId="2852993159" sldId="1444"/>
            <ac:picMk id="14" creationId="{8E2863B5-0345-D22A-BC90-91EA2D96A4A7}"/>
          </ac:picMkLst>
        </pc:picChg>
        <pc:picChg chg="mod modCrop">
          <ac:chgData name="Marie Riisgaard-Jensen" userId="f0161a80-e35d-4f8c-b099-a1d66e015bdd" providerId="ADAL" clId="{15675217-BBD7-490B-9D1E-3E5A7DB470BE}" dt="2026-06-09T08:14:04.620" v="165" actId="732"/>
          <ac:picMkLst>
            <pc:docMk/>
            <pc:sldMk cId="2852993159" sldId="1444"/>
            <ac:picMk id="15" creationId="{1471D367-B6B8-6979-B405-DB020F9DF7C7}"/>
          </ac:picMkLst>
        </pc:picChg>
      </pc:sldChg>
      <pc:sldChg chg="addSp modSp mod">
        <pc:chgData name="Marie Riisgaard-Jensen" userId="f0161a80-e35d-4f8c-b099-a1d66e015bdd" providerId="ADAL" clId="{15675217-BBD7-490B-9D1E-3E5A7DB470BE}" dt="2026-06-09T08:22:36.201" v="319" actId="20577"/>
        <pc:sldMkLst>
          <pc:docMk/>
          <pc:sldMk cId="1802756611" sldId="1445"/>
        </pc:sldMkLst>
        <pc:spChg chg="mod">
          <ac:chgData name="Marie Riisgaard-Jensen" userId="f0161a80-e35d-4f8c-b099-a1d66e015bdd" providerId="ADAL" clId="{15675217-BBD7-490B-9D1E-3E5A7DB470BE}" dt="2026-06-09T08:22:36.201" v="319" actId="20577"/>
          <ac:spMkLst>
            <pc:docMk/>
            <pc:sldMk cId="1802756611" sldId="1445"/>
            <ac:spMk id="2" creationId="{9A0C56E4-1F2A-F6D1-C894-BE5B5E07C402}"/>
          </ac:spMkLst>
        </pc:spChg>
        <pc:spChg chg="mod">
          <ac:chgData name="Marie Riisgaard-Jensen" userId="f0161a80-e35d-4f8c-b099-a1d66e015bdd" providerId="ADAL" clId="{15675217-BBD7-490B-9D1E-3E5A7DB470BE}" dt="2026-06-09T08:21:45.709" v="312" actId="14100"/>
          <ac:spMkLst>
            <pc:docMk/>
            <pc:sldMk cId="1802756611" sldId="1445"/>
            <ac:spMk id="8" creationId="{063FD953-0CF5-D54A-0EA3-A21FB4783AAD}"/>
          </ac:spMkLst>
        </pc:spChg>
        <pc:spChg chg="mod">
          <ac:chgData name="Marie Riisgaard-Jensen" userId="f0161a80-e35d-4f8c-b099-a1d66e015bdd" providerId="ADAL" clId="{15675217-BBD7-490B-9D1E-3E5A7DB470BE}" dt="2026-06-09T08:09:05.268" v="16" actId="1076"/>
          <ac:spMkLst>
            <pc:docMk/>
            <pc:sldMk cId="1802756611" sldId="1445"/>
            <ac:spMk id="9" creationId="{2C9F5424-83DE-7632-570A-6AD80EECFF06}"/>
          </ac:spMkLst>
        </pc:spChg>
        <pc:picChg chg="add mod modCrop">
          <ac:chgData name="Marie Riisgaard-Jensen" userId="f0161a80-e35d-4f8c-b099-a1d66e015bdd" providerId="ADAL" clId="{15675217-BBD7-490B-9D1E-3E5A7DB470BE}" dt="2026-06-09T08:20:10.304" v="292" actId="1035"/>
          <ac:picMkLst>
            <pc:docMk/>
            <pc:sldMk cId="1802756611" sldId="1445"/>
            <ac:picMk id="3" creationId="{6171AC13-5EA4-F6C6-8404-80BBF2204CDD}"/>
          </ac:picMkLst>
        </pc:picChg>
        <pc:picChg chg="add mod modCrop">
          <ac:chgData name="Marie Riisgaard-Jensen" userId="f0161a80-e35d-4f8c-b099-a1d66e015bdd" providerId="ADAL" clId="{15675217-BBD7-490B-9D1E-3E5A7DB470BE}" dt="2026-06-09T08:21:21.426" v="310" actId="732"/>
          <ac:picMkLst>
            <pc:docMk/>
            <pc:sldMk cId="1802756611" sldId="1445"/>
            <ac:picMk id="4" creationId="{6B7FCFC5-1CFC-64D9-6C41-913C319A1BF1}"/>
          </ac:picMkLst>
        </pc:picChg>
        <pc:picChg chg="mod modCrop">
          <ac:chgData name="Marie Riisgaard-Jensen" userId="f0161a80-e35d-4f8c-b099-a1d66e015bdd" providerId="ADAL" clId="{15675217-BBD7-490B-9D1E-3E5A7DB470BE}" dt="2026-06-09T08:21:28.988" v="311" actId="732"/>
          <ac:picMkLst>
            <pc:docMk/>
            <pc:sldMk cId="1802756611" sldId="1445"/>
            <ac:picMk id="5" creationId="{4C44D2EE-441F-F6BC-4335-CD9BD5E4A803}"/>
          </ac:picMkLst>
        </pc:picChg>
        <pc:picChg chg="mod modCrop">
          <ac:chgData name="Marie Riisgaard-Jensen" userId="f0161a80-e35d-4f8c-b099-a1d66e015bdd" providerId="ADAL" clId="{15675217-BBD7-490B-9D1E-3E5A7DB470BE}" dt="2026-06-09T08:08:55.438" v="13" actId="1076"/>
          <ac:picMkLst>
            <pc:docMk/>
            <pc:sldMk cId="1802756611" sldId="1445"/>
            <ac:picMk id="7" creationId="{10806420-B5CC-BF6A-A1F4-8D8C28728734}"/>
          </ac:picMkLst>
        </pc:picChg>
      </pc:sldChg>
      <pc:sldChg chg="del ord">
        <pc:chgData name="Marie Riisgaard-Jensen" userId="f0161a80-e35d-4f8c-b099-a1d66e015bdd" providerId="ADAL" clId="{15675217-BBD7-490B-9D1E-3E5A7DB470BE}" dt="2026-06-09T10:32:19.109" v="385" actId="47"/>
        <pc:sldMkLst>
          <pc:docMk/>
          <pc:sldMk cId="3840519608" sldId="1460"/>
        </pc:sldMkLst>
      </pc:sldChg>
      <pc:sldChg chg="addSp modSp add mod modAnim">
        <pc:chgData name="Marie Riisgaard-Jensen" userId="f0161a80-e35d-4f8c-b099-a1d66e015bdd" providerId="ADAL" clId="{15675217-BBD7-490B-9D1E-3E5A7DB470BE}" dt="2026-06-09T10:32:26.706" v="386"/>
        <pc:sldMkLst>
          <pc:docMk/>
          <pc:sldMk cId="3749749306" sldId="1464"/>
        </pc:sldMkLst>
        <pc:spChg chg="mod ord">
          <ac:chgData name="Marie Riisgaard-Jensen" userId="f0161a80-e35d-4f8c-b099-a1d66e015bdd" providerId="ADAL" clId="{15675217-BBD7-490B-9D1E-3E5A7DB470BE}" dt="2026-06-09T08:25:04.361" v="339" actId="167"/>
          <ac:spMkLst>
            <pc:docMk/>
            <pc:sldMk cId="3749749306" sldId="1464"/>
            <ac:spMk id="3" creationId="{F6B3A8CE-A520-B396-0541-E9A8C083C911}"/>
          </ac:spMkLst>
        </pc:spChg>
        <pc:spChg chg="ord">
          <ac:chgData name="Marie Riisgaard-Jensen" userId="f0161a80-e35d-4f8c-b099-a1d66e015bdd" providerId="ADAL" clId="{15675217-BBD7-490B-9D1E-3E5A7DB470BE}" dt="2026-06-09T08:25:09.849" v="340" actId="167"/>
          <ac:spMkLst>
            <pc:docMk/>
            <pc:sldMk cId="3749749306" sldId="1464"/>
            <ac:spMk id="4" creationId="{B8C3DFEB-55F3-126C-77B5-2C1983B22BE2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19" creationId="{75797823-0982-F8A8-5E6F-E16E9D1CB3EE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21" creationId="{1CE6D967-33B1-6698-E4EF-EDC75553F13E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29" creationId="{260DDDCC-EBDE-D668-9BC5-F5588A42B76C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38" creationId="{E93993C8-6D3C-BF6A-B3BC-8A3EF480C063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41" creationId="{BDF12C8D-7115-B54C-C8C9-819C206F3FFA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54" creationId="{EBDB282F-8E0F-BE6B-CA86-1B5122C484DF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61" creationId="{17DCC530-D4D0-64D8-6D9E-168B507EC5C0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62" creationId="{F9E755DF-950A-BF0B-C572-5B84E70AE0B0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65" creationId="{0BE12433-B4B2-AA0B-66C7-07E23243CFA5}"/>
          </ac:spMkLst>
        </pc:spChg>
        <pc:spChg chg="add mod">
          <ac:chgData name="Marie Riisgaard-Jensen" userId="f0161a80-e35d-4f8c-b099-a1d66e015bdd" providerId="ADAL" clId="{15675217-BBD7-490B-9D1E-3E5A7DB470BE}" dt="2026-06-09T08:25:32.422" v="341" actId="164"/>
          <ac:spMkLst>
            <pc:docMk/>
            <pc:sldMk cId="3749749306" sldId="1464"/>
            <ac:spMk id="70" creationId="{10B522C5-3BA6-DEC1-B7D6-C563C333EAFE}"/>
          </ac:spMkLst>
        </pc:spChg>
      </pc:sldChg>
      <pc:sldChg chg="addSp delSp modSp add mod modAnim">
        <pc:chgData name="Marie Riisgaard-Jensen" userId="f0161a80-e35d-4f8c-b099-a1d66e015bdd" providerId="ADAL" clId="{15675217-BBD7-490B-9D1E-3E5A7DB470BE}" dt="2026-06-09T10:30:37.757" v="384"/>
        <pc:sldMkLst>
          <pc:docMk/>
          <pc:sldMk cId="3372884311" sldId="1465"/>
        </pc:sldMkLst>
        <pc:spChg chg="add mod">
          <ac:chgData name="Marie Riisgaard-Jensen" userId="f0161a80-e35d-4f8c-b099-a1d66e015bdd" providerId="ADAL" clId="{15675217-BBD7-490B-9D1E-3E5A7DB470BE}" dt="2026-06-09T10:29:14.746" v="370" actId="20577"/>
          <ac:spMkLst>
            <pc:docMk/>
            <pc:sldMk cId="3372884311" sldId="1465"/>
            <ac:spMk id="8" creationId="{ED2F4B17-9061-02A1-57EC-064EA2877F4B}"/>
          </ac:spMkLst>
        </pc:spChg>
        <pc:spChg chg="add del mod">
          <ac:chgData name="Marie Riisgaard-Jensen" userId="f0161a80-e35d-4f8c-b099-a1d66e015bdd" providerId="ADAL" clId="{15675217-BBD7-490B-9D1E-3E5A7DB470BE}" dt="2026-06-09T10:29:47.833" v="378" actId="478"/>
          <ac:spMkLst>
            <pc:docMk/>
            <pc:sldMk cId="3372884311" sldId="1465"/>
            <ac:spMk id="10" creationId="{D679C32B-D531-806F-AE9F-CE65B686F765}"/>
          </ac:spMkLst>
        </pc:spChg>
        <pc:picChg chg="add mod">
          <ac:chgData name="Marie Riisgaard-Jensen" userId="f0161a80-e35d-4f8c-b099-a1d66e015bdd" providerId="ADAL" clId="{15675217-BBD7-490B-9D1E-3E5A7DB470BE}" dt="2026-06-09T10:26:21.493" v="353" actId="1076"/>
          <ac:picMkLst>
            <pc:docMk/>
            <pc:sldMk cId="3372884311" sldId="1465"/>
            <ac:picMk id="5" creationId="{4761B6F9-3E5D-B694-3730-2603AB0B825C}"/>
          </ac:picMkLst>
        </pc:picChg>
        <pc:picChg chg="add mod">
          <ac:chgData name="Marie Riisgaard-Jensen" userId="f0161a80-e35d-4f8c-b099-a1d66e015bdd" providerId="ADAL" clId="{15675217-BBD7-490B-9D1E-3E5A7DB470BE}" dt="2026-06-09T10:30:33.580" v="383" actId="1440"/>
          <ac:picMkLst>
            <pc:docMk/>
            <pc:sldMk cId="3372884311" sldId="1465"/>
            <ac:picMk id="13" creationId="{8F92CC5C-2594-AF55-3B26-9AA38C9983C0}"/>
          </ac:picMkLst>
        </pc:picChg>
        <pc:cxnChg chg="add mod">
          <ac:chgData name="Marie Riisgaard-Jensen" userId="f0161a80-e35d-4f8c-b099-a1d66e015bdd" providerId="ADAL" clId="{15675217-BBD7-490B-9D1E-3E5A7DB470BE}" dt="2026-06-09T10:29:25.824" v="373" actId="1582"/>
          <ac:cxnSpMkLst>
            <pc:docMk/>
            <pc:sldMk cId="3372884311" sldId="1465"/>
            <ac:cxnSpMk id="7" creationId="{96568691-3B22-F48C-7C75-A067807FED52}"/>
          </ac:cxnSpMkLst>
        </pc:cxnChg>
        <pc:cxnChg chg="add del mod">
          <ac:chgData name="Marie Riisgaard-Jensen" userId="f0161a80-e35d-4f8c-b099-a1d66e015bdd" providerId="ADAL" clId="{15675217-BBD7-490B-9D1E-3E5A7DB470BE}" dt="2026-06-09T10:29:47.833" v="378" actId="478"/>
          <ac:cxnSpMkLst>
            <pc:docMk/>
            <pc:sldMk cId="3372884311" sldId="1465"/>
            <ac:cxnSpMk id="9" creationId="{28A9138B-4EE5-51F3-329B-6C1AD67D6213}"/>
          </ac:cxnSpMkLst>
        </pc:cxnChg>
      </pc:sldChg>
      <pc:sldChg chg="add del">
        <pc:chgData name="Marie Riisgaard-Jensen" userId="f0161a80-e35d-4f8c-b099-a1d66e015bdd" providerId="ADAL" clId="{15675217-BBD7-490B-9D1E-3E5A7DB470BE}" dt="2026-06-09T10:24:52.663" v="349"/>
        <pc:sldMkLst>
          <pc:docMk/>
          <pc:sldMk cId="280783230" sldId="1466"/>
        </pc:sldMkLst>
      </pc:sldChg>
      <pc:sldMasterChg chg="modSldLayout">
        <pc:chgData name="Marie Riisgaard-Jensen" userId="f0161a80-e35d-4f8c-b099-a1d66e015bdd" providerId="ADAL" clId="{15675217-BBD7-490B-9D1E-3E5A7DB470BE}" dt="2026-06-09T08:33:56.307" v="346"/>
        <pc:sldMasterMkLst>
          <pc:docMk/>
          <pc:sldMasterMk cId="1377184672" sldId="2147484005"/>
        </pc:sldMasterMkLst>
        <pc:sldLayoutChg chg="delSp modSp mod">
          <pc:chgData name="Marie Riisgaard-Jensen" userId="f0161a80-e35d-4f8c-b099-a1d66e015bdd" providerId="ADAL" clId="{15675217-BBD7-490B-9D1E-3E5A7DB470BE}" dt="2026-06-09T08:33:56.307" v="346"/>
          <pc:sldLayoutMkLst>
            <pc:docMk/>
            <pc:sldMasterMk cId="1377184672" sldId="2147484005"/>
            <pc:sldLayoutMk cId="1391973249" sldId="2147484073"/>
          </pc:sldLayoutMkLst>
          <pc:spChg chg="del mod">
            <ac:chgData name="Marie Riisgaard-Jensen" userId="f0161a80-e35d-4f8c-b099-a1d66e015bdd" providerId="ADAL" clId="{15675217-BBD7-490B-9D1E-3E5A7DB470BE}" dt="2026-06-09T08:33:56.307" v="346"/>
            <ac:spMkLst>
              <pc:docMk/>
              <pc:sldMasterMk cId="1377184672" sldId="2147484005"/>
              <pc:sldLayoutMk cId="1391973249" sldId="2147484073"/>
              <ac:spMk id="7" creationId="{A3E6ABEB-83F8-EB9E-EDCE-0BA1C8BC05AF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0EBAF-D955-C443-AB02-2BCBC779757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DC8B-0A09-DC4E-ABCE-FAAA12F03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74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A641A-FC50-3840-A830-42D90553FE8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96355-3DDC-9949-861F-AD0908BFC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25450" y="1238250"/>
            <a:ext cx="5943600" cy="3343275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D7D9E-FCC1-47CC-828B-9845526AF0E2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655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æ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441575" y="2676493"/>
            <a:ext cx="7341129" cy="1036319"/>
          </a:xfrm>
          <a:prstGeom prst="rect">
            <a:avLst/>
          </a:prstGeom>
          <a:solidFill>
            <a:schemeClr val="bg1"/>
          </a:solidFill>
        </p:spPr>
        <p:txBody>
          <a:bodyPr tIns="108000"/>
          <a:lstStyle>
            <a:lvl1pPr algn="ctr">
              <a:defRPr sz="28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AALBORG UNIVERSITY</a:t>
            </a:r>
            <a:br>
              <a:rPr lang="en-US"/>
            </a:br>
            <a:r>
              <a:rPr lang="en-US"/>
              <a:t>HEADLINE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2441575" y="3827463"/>
            <a:ext cx="7341129" cy="412750"/>
          </a:xfrm>
          <a:solidFill>
            <a:schemeClr val="bg1"/>
          </a:solidFill>
        </p:spPr>
        <p:txBody>
          <a:bodyPr>
            <a:noAutofit/>
          </a:bodyPr>
          <a:lstStyle>
            <a:lvl1pPr marL="0" indent="0" algn="ctr">
              <a:buFontTx/>
              <a:buNone/>
              <a:defRPr sz="1800" spc="300" baseline="0"/>
            </a:lvl1pPr>
          </a:lstStyle>
          <a:p>
            <a:pPr lvl="0"/>
            <a:r>
              <a:rPr lang="da-DK"/>
              <a:t>INSERT NAME</a:t>
            </a:r>
          </a:p>
        </p:txBody>
      </p:sp>
      <p:pic>
        <p:nvPicPr>
          <p:cNvPr id="6" name="Billed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290" y="5768340"/>
            <a:ext cx="683838" cy="8005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m.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/>
          <p:cNvSpPr>
            <a:spLocks noGrp="1"/>
          </p:cNvSpPr>
          <p:nvPr>
            <p:ph type="title" hasCustomPrompt="1"/>
          </p:nvPr>
        </p:nvSpPr>
        <p:spPr>
          <a:xfrm>
            <a:off x="246810" y="342960"/>
            <a:ext cx="10853736" cy="734252"/>
          </a:xfrm>
          <a:prstGeom prst="rect">
            <a:avLst/>
          </a:prstGeom>
        </p:spPr>
        <p:txBody>
          <a:bodyPr lIns="0" tIns="0"/>
          <a:lstStyle>
            <a:lvl1pPr>
              <a:defRPr sz="3600" baseline="0">
                <a:latin typeface="+mn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Pladsholder til tekst 10"/>
          <p:cNvSpPr>
            <a:spLocks noGrp="1"/>
          </p:cNvSpPr>
          <p:nvPr>
            <p:ph type="body" sz="quarter" idx="12" hasCustomPrompt="1"/>
          </p:nvPr>
        </p:nvSpPr>
        <p:spPr>
          <a:xfrm>
            <a:off x="246810" y="1345006"/>
            <a:ext cx="10853737" cy="4858569"/>
          </a:xfrm>
        </p:spPr>
        <p:txBody>
          <a:bodyPr/>
          <a:lstStyle>
            <a:lvl1pPr marL="285750" indent="-28575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da-DK" err="1"/>
              <a:t>Insert</a:t>
            </a:r>
            <a:r>
              <a:rPr lang="da-DK"/>
              <a:t> </a:t>
            </a:r>
            <a:r>
              <a:rPr lang="da-DK" err="1"/>
              <a:t>bullets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12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m.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/>
          <p:cNvSpPr>
            <a:spLocks noGrp="1"/>
          </p:cNvSpPr>
          <p:nvPr>
            <p:ph type="title" hasCustomPrompt="1"/>
          </p:nvPr>
        </p:nvSpPr>
        <p:spPr>
          <a:xfrm>
            <a:off x="246810" y="342960"/>
            <a:ext cx="10853736" cy="734252"/>
          </a:xfrm>
          <a:prstGeom prst="rect">
            <a:avLst/>
          </a:prstGeom>
        </p:spPr>
        <p:txBody>
          <a:bodyPr lIns="0" tIns="0"/>
          <a:lstStyle>
            <a:lvl1pPr>
              <a:defRPr sz="3600" baseline="0">
                <a:latin typeface="+mn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Pladsholder til tekst 10"/>
          <p:cNvSpPr>
            <a:spLocks noGrp="1"/>
          </p:cNvSpPr>
          <p:nvPr>
            <p:ph type="body" sz="quarter" idx="12" hasCustomPrompt="1"/>
          </p:nvPr>
        </p:nvSpPr>
        <p:spPr>
          <a:xfrm>
            <a:off x="7951694" y="1345006"/>
            <a:ext cx="3148853" cy="4858569"/>
          </a:xfrm>
        </p:spPr>
        <p:txBody>
          <a:bodyPr/>
          <a:lstStyle>
            <a:lvl1pPr marL="285750" indent="-28575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da-DK" err="1"/>
              <a:t>Insert</a:t>
            </a:r>
            <a:r>
              <a:rPr lang="da-DK"/>
              <a:t> </a:t>
            </a:r>
            <a:r>
              <a:rPr lang="da-DK" err="1"/>
              <a:t>bullets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7698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m.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/>
          <p:cNvSpPr>
            <a:spLocks noGrp="1"/>
          </p:cNvSpPr>
          <p:nvPr>
            <p:ph type="title" hasCustomPrompt="1"/>
          </p:nvPr>
        </p:nvSpPr>
        <p:spPr>
          <a:xfrm>
            <a:off x="246810" y="342960"/>
            <a:ext cx="10853736" cy="734252"/>
          </a:xfrm>
          <a:prstGeom prst="rect">
            <a:avLst/>
          </a:prstGeom>
        </p:spPr>
        <p:txBody>
          <a:bodyPr lIns="0" tIns="0"/>
          <a:lstStyle>
            <a:lvl1pPr>
              <a:defRPr sz="3600" baseline="0">
                <a:latin typeface="+mn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Pladsholder til tekst 10"/>
          <p:cNvSpPr>
            <a:spLocks noGrp="1"/>
          </p:cNvSpPr>
          <p:nvPr>
            <p:ph type="body" sz="quarter" idx="12" hasCustomPrompt="1"/>
          </p:nvPr>
        </p:nvSpPr>
        <p:spPr>
          <a:xfrm>
            <a:off x="268943" y="1345006"/>
            <a:ext cx="3148853" cy="4858569"/>
          </a:xfrm>
        </p:spPr>
        <p:txBody>
          <a:bodyPr/>
          <a:lstStyle>
            <a:lvl1pPr marL="285750" indent="-28575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da-DK" err="1"/>
              <a:t>Insert</a:t>
            </a:r>
            <a:r>
              <a:rPr lang="da-DK"/>
              <a:t> </a:t>
            </a:r>
            <a:r>
              <a:rPr lang="da-DK" err="1"/>
              <a:t>bullets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478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x billede højre -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74279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39887" y="593223"/>
            <a:ext cx="571468" cy="227164"/>
          </a:xfrm>
          <a:prstGeom prst="rect">
            <a:avLst/>
          </a:prstGeom>
        </p:spPr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7427913" y="0"/>
            <a:ext cx="4764087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766763" y="657225"/>
            <a:ext cx="5197983" cy="1357254"/>
          </a:xfrm>
          <a:prstGeom prst="rect">
            <a:avLst/>
          </a:prstGeom>
        </p:spPr>
        <p:txBody>
          <a:bodyPr lIns="0" tIns="0"/>
          <a:lstStyle>
            <a:lvl1pPr>
              <a:defRPr sz="36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2205038"/>
            <a:ext cx="4687094" cy="3765591"/>
          </a:xfrm>
        </p:spPr>
        <p:txBody>
          <a:bodyPr/>
          <a:lstStyle>
            <a:lvl1pPr marL="285750" indent="-285750">
              <a:buFontTx/>
              <a:buBlip>
                <a:blip r:embed="rId2"/>
              </a:buBlip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err="1"/>
              <a:t>Insert</a:t>
            </a:r>
            <a:r>
              <a:rPr lang="da-DK"/>
              <a:t> </a:t>
            </a:r>
            <a:r>
              <a:rPr lang="da-DK" err="1"/>
              <a:t>bullets</a:t>
            </a:r>
            <a:endParaRPr lang="da-DK"/>
          </a:p>
        </p:txBody>
      </p:sp>
      <p:sp>
        <p:nvSpPr>
          <p:cNvPr id="13" name="Pladsholder til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3071813" y="6363837"/>
            <a:ext cx="1819117" cy="282204"/>
          </a:xfrm>
        </p:spPr>
        <p:txBody>
          <a:bodyPr tIns="0">
            <a:noAutofit/>
          </a:bodyPr>
          <a:lstStyle>
            <a:lvl1pPr marL="0" indent="0">
              <a:lnSpc>
                <a:spcPct val="100000"/>
              </a:lnSpc>
              <a:buNone/>
              <a:defRPr sz="600" b="1" spc="17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a-DK"/>
              <a:t>INSERT POWERPOINT- OR NAME OF DEPARTMENT</a:t>
            </a:r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8" y="6338917"/>
            <a:ext cx="1002541" cy="26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3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 billede højre -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0"/>
            <a:ext cx="52704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39887" y="593223"/>
            <a:ext cx="571468" cy="227164"/>
          </a:xfrm>
          <a:prstGeom prst="rect">
            <a:avLst/>
          </a:prstGeom>
        </p:spPr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766762" y="657225"/>
            <a:ext cx="4503737" cy="1471230"/>
          </a:xfrm>
          <a:prstGeom prst="rect">
            <a:avLst/>
          </a:prstGeom>
        </p:spPr>
        <p:txBody>
          <a:bodyPr lIns="0" tIns="0"/>
          <a:lstStyle>
            <a:lvl1pPr>
              <a:defRPr sz="36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</a:t>
            </a:r>
          </a:p>
        </p:txBody>
      </p:sp>
      <p:grpSp>
        <p:nvGrpSpPr>
          <p:cNvPr id="31" name="Gruppe 30"/>
          <p:cNvGrpSpPr/>
          <p:nvPr userDrawn="1"/>
        </p:nvGrpSpPr>
        <p:grpSpPr>
          <a:xfrm>
            <a:off x="5466450" y="6027162"/>
            <a:ext cx="1272706" cy="669100"/>
            <a:chOff x="5387975" y="5659438"/>
            <a:chExt cx="1573213" cy="827087"/>
          </a:xfrm>
          <a:solidFill>
            <a:schemeClr val="tx1"/>
          </a:solidFill>
        </p:grpSpPr>
        <p:grpSp>
          <p:nvGrpSpPr>
            <p:cNvPr id="32" name="Gruppe 31"/>
            <p:cNvGrpSpPr/>
            <p:nvPr userDrawn="1"/>
          </p:nvGrpSpPr>
          <p:grpSpPr>
            <a:xfrm>
              <a:off x="5387975" y="6407150"/>
              <a:ext cx="1573213" cy="79375"/>
              <a:chOff x="5387975" y="6407150"/>
              <a:chExt cx="1573213" cy="79375"/>
            </a:xfrm>
            <a:grpFill/>
          </p:grpSpPr>
          <p:sp>
            <p:nvSpPr>
              <p:cNvPr id="37" name="Freeform 29"/>
              <p:cNvSpPr>
                <a:spLocks noEditPoints="1"/>
              </p:cNvSpPr>
              <p:nvPr userDrawn="1"/>
            </p:nvSpPr>
            <p:spPr bwMode="auto">
              <a:xfrm>
                <a:off x="5387975" y="6407150"/>
                <a:ext cx="71438" cy="76200"/>
              </a:xfrm>
              <a:custGeom>
                <a:avLst/>
                <a:gdLst>
                  <a:gd name="T0" fmla="*/ 8 w 22"/>
                  <a:gd name="T1" fmla="*/ 0 h 23"/>
                  <a:gd name="T2" fmla="*/ 8 w 22"/>
                  <a:gd name="T3" fmla="*/ 0 h 23"/>
                  <a:gd name="T4" fmla="*/ 14 w 22"/>
                  <a:gd name="T5" fmla="*/ 0 h 23"/>
                  <a:gd name="T6" fmla="*/ 14 w 22"/>
                  <a:gd name="T7" fmla="*/ 0 h 23"/>
                  <a:gd name="T8" fmla="*/ 22 w 22"/>
                  <a:gd name="T9" fmla="*/ 23 h 23"/>
                  <a:gd name="T10" fmla="*/ 22 w 22"/>
                  <a:gd name="T11" fmla="*/ 23 h 23"/>
                  <a:gd name="T12" fmla="*/ 16 w 22"/>
                  <a:gd name="T13" fmla="*/ 23 h 23"/>
                  <a:gd name="T14" fmla="*/ 16 w 22"/>
                  <a:gd name="T15" fmla="*/ 23 h 23"/>
                  <a:gd name="T16" fmla="*/ 15 w 22"/>
                  <a:gd name="T17" fmla="*/ 19 h 23"/>
                  <a:gd name="T18" fmla="*/ 7 w 22"/>
                  <a:gd name="T19" fmla="*/ 19 h 23"/>
                  <a:gd name="T20" fmla="*/ 6 w 22"/>
                  <a:gd name="T21" fmla="*/ 23 h 23"/>
                  <a:gd name="T22" fmla="*/ 6 w 22"/>
                  <a:gd name="T23" fmla="*/ 23 h 23"/>
                  <a:gd name="T24" fmla="*/ 0 w 22"/>
                  <a:gd name="T25" fmla="*/ 23 h 23"/>
                  <a:gd name="T26" fmla="*/ 0 w 22"/>
                  <a:gd name="T27" fmla="*/ 23 h 23"/>
                  <a:gd name="T28" fmla="*/ 8 w 22"/>
                  <a:gd name="T29" fmla="*/ 0 h 23"/>
                  <a:gd name="T30" fmla="*/ 13 w 22"/>
                  <a:gd name="T31" fmla="*/ 14 h 23"/>
                  <a:gd name="T32" fmla="*/ 11 w 22"/>
                  <a:gd name="T33" fmla="*/ 7 h 23"/>
                  <a:gd name="T34" fmla="*/ 11 w 22"/>
                  <a:gd name="T35" fmla="*/ 7 h 23"/>
                  <a:gd name="T36" fmla="*/ 9 w 22"/>
                  <a:gd name="T37" fmla="*/ 14 h 23"/>
                  <a:gd name="T38" fmla="*/ 13 w 22"/>
                  <a:gd name="T39" fmla="*/ 1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2" h="23"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8" y="0"/>
                    </a:lnTo>
                    <a:close/>
                    <a:moveTo>
                      <a:pt x="13" y="14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13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38" name="Freeform 30"/>
              <p:cNvSpPr>
                <a:spLocks noEditPoints="1"/>
              </p:cNvSpPr>
              <p:nvPr userDrawn="1"/>
            </p:nvSpPr>
            <p:spPr bwMode="auto">
              <a:xfrm>
                <a:off x="5484813" y="6407150"/>
                <a:ext cx="73025" cy="76200"/>
              </a:xfrm>
              <a:custGeom>
                <a:avLst/>
                <a:gdLst>
                  <a:gd name="T0" fmla="*/ 8 w 22"/>
                  <a:gd name="T1" fmla="*/ 0 h 23"/>
                  <a:gd name="T2" fmla="*/ 8 w 22"/>
                  <a:gd name="T3" fmla="*/ 0 h 23"/>
                  <a:gd name="T4" fmla="*/ 14 w 22"/>
                  <a:gd name="T5" fmla="*/ 0 h 23"/>
                  <a:gd name="T6" fmla="*/ 14 w 22"/>
                  <a:gd name="T7" fmla="*/ 0 h 23"/>
                  <a:gd name="T8" fmla="*/ 22 w 22"/>
                  <a:gd name="T9" fmla="*/ 23 h 23"/>
                  <a:gd name="T10" fmla="*/ 22 w 22"/>
                  <a:gd name="T11" fmla="*/ 23 h 23"/>
                  <a:gd name="T12" fmla="*/ 16 w 22"/>
                  <a:gd name="T13" fmla="*/ 23 h 23"/>
                  <a:gd name="T14" fmla="*/ 16 w 22"/>
                  <a:gd name="T15" fmla="*/ 23 h 23"/>
                  <a:gd name="T16" fmla="*/ 15 w 22"/>
                  <a:gd name="T17" fmla="*/ 19 h 23"/>
                  <a:gd name="T18" fmla="*/ 7 w 22"/>
                  <a:gd name="T19" fmla="*/ 19 h 23"/>
                  <a:gd name="T20" fmla="*/ 6 w 22"/>
                  <a:gd name="T21" fmla="*/ 23 h 23"/>
                  <a:gd name="T22" fmla="*/ 6 w 22"/>
                  <a:gd name="T23" fmla="*/ 23 h 23"/>
                  <a:gd name="T24" fmla="*/ 0 w 22"/>
                  <a:gd name="T25" fmla="*/ 23 h 23"/>
                  <a:gd name="T26" fmla="*/ 0 w 22"/>
                  <a:gd name="T27" fmla="*/ 23 h 23"/>
                  <a:gd name="T28" fmla="*/ 8 w 22"/>
                  <a:gd name="T29" fmla="*/ 0 h 23"/>
                  <a:gd name="T30" fmla="*/ 13 w 22"/>
                  <a:gd name="T31" fmla="*/ 14 h 23"/>
                  <a:gd name="T32" fmla="*/ 11 w 22"/>
                  <a:gd name="T33" fmla="*/ 7 h 23"/>
                  <a:gd name="T34" fmla="*/ 11 w 22"/>
                  <a:gd name="T35" fmla="*/ 7 h 23"/>
                  <a:gd name="T36" fmla="*/ 9 w 22"/>
                  <a:gd name="T37" fmla="*/ 14 h 23"/>
                  <a:gd name="T38" fmla="*/ 13 w 22"/>
                  <a:gd name="T39" fmla="*/ 1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2" h="23"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8" y="0"/>
                    </a:lnTo>
                    <a:close/>
                    <a:moveTo>
                      <a:pt x="13" y="14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13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39" name="Freeform 31"/>
              <p:cNvSpPr>
                <a:spLocks/>
              </p:cNvSpPr>
              <p:nvPr userDrawn="1"/>
            </p:nvSpPr>
            <p:spPr bwMode="auto">
              <a:xfrm>
                <a:off x="5586413" y="6407150"/>
                <a:ext cx="52388" cy="76200"/>
              </a:xfrm>
              <a:custGeom>
                <a:avLst/>
                <a:gdLst>
                  <a:gd name="T0" fmla="*/ 0 w 16"/>
                  <a:gd name="T1" fmla="*/ 0 h 23"/>
                  <a:gd name="T2" fmla="*/ 0 w 16"/>
                  <a:gd name="T3" fmla="*/ 0 h 23"/>
                  <a:gd name="T4" fmla="*/ 6 w 16"/>
                  <a:gd name="T5" fmla="*/ 0 h 23"/>
                  <a:gd name="T6" fmla="*/ 6 w 16"/>
                  <a:gd name="T7" fmla="*/ 0 h 23"/>
                  <a:gd name="T8" fmla="*/ 6 w 16"/>
                  <a:gd name="T9" fmla="*/ 18 h 23"/>
                  <a:gd name="T10" fmla="*/ 6 w 16"/>
                  <a:gd name="T11" fmla="*/ 18 h 23"/>
                  <a:gd name="T12" fmla="*/ 16 w 16"/>
                  <a:gd name="T13" fmla="*/ 18 h 23"/>
                  <a:gd name="T14" fmla="*/ 16 w 16"/>
                  <a:gd name="T15" fmla="*/ 18 h 23"/>
                  <a:gd name="T16" fmla="*/ 16 w 16"/>
                  <a:gd name="T17" fmla="*/ 23 h 23"/>
                  <a:gd name="T18" fmla="*/ 16 w 16"/>
                  <a:gd name="T19" fmla="*/ 23 h 23"/>
                  <a:gd name="T20" fmla="*/ 0 w 16"/>
                  <a:gd name="T21" fmla="*/ 23 h 23"/>
                  <a:gd name="T22" fmla="*/ 0 w 16"/>
                  <a:gd name="T23" fmla="*/ 23 h 23"/>
                  <a:gd name="T24" fmla="*/ 0 w 16"/>
                  <a:gd name="T2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2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0" name="Freeform 32"/>
              <p:cNvSpPr>
                <a:spLocks noEditPoints="1"/>
              </p:cNvSpPr>
              <p:nvPr userDrawn="1"/>
            </p:nvSpPr>
            <p:spPr bwMode="auto">
              <a:xfrm>
                <a:off x="5670550" y="6407150"/>
                <a:ext cx="55563" cy="76200"/>
              </a:xfrm>
              <a:custGeom>
                <a:avLst/>
                <a:gdLst>
                  <a:gd name="T0" fmla="*/ 0 w 17"/>
                  <a:gd name="T1" fmla="*/ 0 h 23"/>
                  <a:gd name="T2" fmla="*/ 0 w 17"/>
                  <a:gd name="T3" fmla="*/ 0 h 23"/>
                  <a:gd name="T4" fmla="*/ 9 w 17"/>
                  <a:gd name="T5" fmla="*/ 0 h 23"/>
                  <a:gd name="T6" fmla="*/ 17 w 17"/>
                  <a:gd name="T7" fmla="*/ 6 h 23"/>
                  <a:gd name="T8" fmla="*/ 14 w 17"/>
                  <a:gd name="T9" fmla="*/ 11 h 23"/>
                  <a:gd name="T10" fmla="*/ 14 w 17"/>
                  <a:gd name="T11" fmla="*/ 11 h 23"/>
                  <a:gd name="T12" fmla="*/ 17 w 17"/>
                  <a:gd name="T13" fmla="*/ 17 h 23"/>
                  <a:gd name="T14" fmla="*/ 9 w 17"/>
                  <a:gd name="T15" fmla="*/ 23 h 23"/>
                  <a:gd name="T16" fmla="*/ 0 w 17"/>
                  <a:gd name="T17" fmla="*/ 23 h 23"/>
                  <a:gd name="T18" fmla="*/ 0 w 17"/>
                  <a:gd name="T19" fmla="*/ 23 h 23"/>
                  <a:gd name="T20" fmla="*/ 0 w 17"/>
                  <a:gd name="T21" fmla="*/ 0 h 23"/>
                  <a:gd name="T22" fmla="*/ 8 w 17"/>
                  <a:gd name="T23" fmla="*/ 9 h 23"/>
                  <a:gd name="T24" fmla="*/ 11 w 17"/>
                  <a:gd name="T25" fmla="*/ 7 h 23"/>
                  <a:gd name="T26" fmla="*/ 8 w 17"/>
                  <a:gd name="T27" fmla="*/ 5 h 23"/>
                  <a:gd name="T28" fmla="*/ 6 w 17"/>
                  <a:gd name="T29" fmla="*/ 5 h 23"/>
                  <a:gd name="T30" fmla="*/ 6 w 17"/>
                  <a:gd name="T31" fmla="*/ 5 h 23"/>
                  <a:gd name="T32" fmla="*/ 6 w 17"/>
                  <a:gd name="T33" fmla="*/ 9 h 23"/>
                  <a:gd name="T34" fmla="*/ 6 w 17"/>
                  <a:gd name="T35" fmla="*/ 9 h 23"/>
                  <a:gd name="T36" fmla="*/ 8 w 17"/>
                  <a:gd name="T37" fmla="*/ 9 h 23"/>
                  <a:gd name="T38" fmla="*/ 6 w 17"/>
                  <a:gd name="T39" fmla="*/ 19 h 23"/>
                  <a:gd name="T40" fmla="*/ 9 w 17"/>
                  <a:gd name="T41" fmla="*/ 19 h 23"/>
                  <a:gd name="T42" fmla="*/ 11 w 17"/>
                  <a:gd name="T43" fmla="*/ 16 h 23"/>
                  <a:gd name="T44" fmla="*/ 9 w 17"/>
                  <a:gd name="T45" fmla="*/ 14 h 23"/>
                  <a:gd name="T46" fmla="*/ 6 w 17"/>
                  <a:gd name="T47" fmla="*/ 14 h 23"/>
                  <a:gd name="T48" fmla="*/ 6 w 17"/>
                  <a:gd name="T49" fmla="*/ 14 h 23"/>
                  <a:gd name="T50" fmla="*/ 6 w 17"/>
                  <a:gd name="T51" fmla="*/ 19 h 23"/>
                  <a:gd name="T52" fmla="*/ 6 w 17"/>
                  <a:gd name="T53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7" h="2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5" y="0"/>
                      <a:pt x="17" y="3"/>
                      <a:pt x="17" y="6"/>
                    </a:cubicBezTo>
                    <a:cubicBezTo>
                      <a:pt x="17" y="9"/>
                      <a:pt x="16" y="10"/>
                      <a:pt x="1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6" y="12"/>
                      <a:pt x="17" y="14"/>
                      <a:pt x="17" y="17"/>
                    </a:cubicBezTo>
                    <a:cubicBezTo>
                      <a:pt x="17" y="21"/>
                      <a:pt x="14" y="23"/>
                      <a:pt x="9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0" y="0"/>
                    </a:lnTo>
                    <a:close/>
                    <a:moveTo>
                      <a:pt x="8" y="9"/>
                    </a:moveTo>
                    <a:cubicBezTo>
                      <a:pt x="10" y="9"/>
                      <a:pt x="11" y="9"/>
                      <a:pt x="11" y="7"/>
                    </a:cubicBezTo>
                    <a:cubicBezTo>
                      <a:pt x="11" y="5"/>
                      <a:pt x="10" y="5"/>
                      <a:pt x="8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lnTo>
                      <a:pt x="8" y="9"/>
                    </a:lnTo>
                    <a:close/>
                    <a:moveTo>
                      <a:pt x="6" y="19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10" y="19"/>
                      <a:pt x="11" y="18"/>
                      <a:pt x="11" y="16"/>
                    </a:cubicBezTo>
                    <a:cubicBezTo>
                      <a:pt x="11" y="15"/>
                      <a:pt x="10" y="14"/>
                      <a:pt x="9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1" name="Freeform 33"/>
              <p:cNvSpPr>
                <a:spLocks noEditPoints="1"/>
              </p:cNvSpPr>
              <p:nvPr userDrawn="1"/>
            </p:nvSpPr>
            <p:spPr bwMode="auto">
              <a:xfrm>
                <a:off x="5759450" y="6407150"/>
                <a:ext cx="58738" cy="79375"/>
              </a:xfrm>
              <a:custGeom>
                <a:avLst/>
                <a:gdLst>
                  <a:gd name="T0" fmla="*/ 0 w 18"/>
                  <a:gd name="T1" fmla="*/ 18 h 24"/>
                  <a:gd name="T2" fmla="*/ 0 w 18"/>
                  <a:gd name="T3" fmla="*/ 12 h 24"/>
                  <a:gd name="T4" fmla="*/ 0 w 18"/>
                  <a:gd name="T5" fmla="*/ 5 h 24"/>
                  <a:gd name="T6" fmla="*/ 9 w 18"/>
                  <a:gd name="T7" fmla="*/ 0 h 24"/>
                  <a:gd name="T8" fmla="*/ 18 w 18"/>
                  <a:gd name="T9" fmla="*/ 5 h 24"/>
                  <a:gd name="T10" fmla="*/ 18 w 18"/>
                  <a:gd name="T11" fmla="*/ 12 h 24"/>
                  <a:gd name="T12" fmla="*/ 18 w 18"/>
                  <a:gd name="T13" fmla="*/ 18 h 24"/>
                  <a:gd name="T14" fmla="*/ 9 w 18"/>
                  <a:gd name="T15" fmla="*/ 24 h 24"/>
                  <a:gd name="T16" fmla="*/ 0 w 18"/>
                  <a:gd name="T17" fmla="*/ 18 h 24"/>
                  <a:gd name="T18" fmla="*/ 12 w 18"/>
                  <a:gd name="T19" fmla="*/ 16 h 24"/>
                  <a:gd name="T20" fmla="*/ 12 w 18"/>
                  <a:gd name="T21" fmla="*/ 12 h 24"/>
                  <a:gd name="T22" fmla="*/ 12 w 18"/>
                  <a:gd name="T23" fmla="*/ 7 h 24"/>
                  <a:gd name="T24" fmla="*/ 9 w 18"/>
                  <a:gd name="T25" fmla="*/ 5 h 24"/>
                  <a:gd name="T26" fmla="*/ 6 w 18"/>
                  <a:gd name="T27" fmla="*/ 7 h 24"/>
                  <a:gd name="T28" fmla="*/ 6 w 18"/>
                  <a:gd name="T29" fmla="*/ 12 h 24"/>
                  <a:gd name="T30" fmla="*/ 6 w 18"/>
                  <a:gd name="T31" fmla="*/ 16 h 24"/>
                  <a:gd name="T32" fmla="*/ 9 w 18"/>
                  <a:gd name="T33" fmla="*/ 18 h 24"/>
                  <a:gd name="T34" fmla="*/ 12 w 18"/>
                  <a:gd name="T35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8" h="24">
                    <a:moveTo>
                      <a:pt x="0" y="18"/>
                    </a:moveTo>
                    <a:cubicBezTo>
                      <a:pt x="0" y="16"/>
                      <a:pt x="0" y="15"/>
                      <a:pt x="0" y="12"/>
                    </a:cubicBezTo>
                    <a:cubicBezTo>
                      <a:pt x="0" y="9"/>
                      <a:pt x="0" y="7"/>
                      <a:pt x="0" y="5"/>
                    </a:cubicBezTo>
                    <a:cubicBezTo>
                      <a:pt x="2" y="2"/>
                      <a:pt x="5" y="0"/>
                      <a:pt x="9" y="0"/>
                    </a:cubicBezTo>
                    <a:cubicBezTo>
                      <a:pt x="13" y="0"/>
                      <a:pt x="17" y="2"/>
                      <a:pt x="18" y="5"/>
                    </a:cubicBezTo>
                    <a:cubicBezTo>
                      <a:pt x="18" y="7"/>
                      <a:pt x="18" y="9"/>
                      <a:pt x="18" y="12"/>
                    </a:cubicBezTo>
                    <a:cubicBezTo>
                      <a:pt x="18" y="15"/>
                      <a:pt x="18" y="16"/>
                      <a:pt x="18" y="18"/>
                    </a:cubicBezTo>
                    <a:cubicBezTo>
                      <a:pt x="17" y="22"/>
                      <a:pt x="13" y="24"/>
                      <a:pt x="9" y="24"/>
                    </a:cubicBezTo>
                    <a:cubicBezTo>
                      <a:pt x="5" y="24"/>
                      <a:pt x="2" y="22"/>
                      <a:pt x="0" y="18"/>
                    </a:cubicBezTo>
                    <a:close/>
                    <a:moveTo>
                      <a:pt x="12" y="16"/>
                    </a:moveTo>
                    <a:cubicBezTo>
                      <a:pt x="12" y="16"/>
                      <a:pt x="12" y="14"/>
                      <a:pt x="12" y="12"/>
                    </a:cubicBezTo>
                    <a:cubicBezTo>
                      <a:pt x="12" y="9"/>
                      <a:pt x="12" y="8"/>
                      <a:pt x="12" y="7"/>
                    </a:cubicBezTo>
                    <a:cubicBezTo>
                      <a:pt x="12" y="6"/>
                      <a:pt x="11" y="5"/>
                      <a:pt x="9" y="5"/>
                    </a:cubicBezTo>
                    <a:cubicBezTo>
                      <a:pt x="8" y="5"/>
                      <a:pt x="7" y="6"/>
                      <a:pt x="6" y="7"/>
                    </a:cubicBezTo>
                    <a:cubicBezTo>
                      <a:pt x="6" y="8"/>
                      <a:pt x="6" y="9"/>
                      <a:pt x="6" y="12"/>
                    </a:cubicBezTo>
                    <a:cubicBezTo>
                      <a:pt x="6" y="14"/>
                      <a:pt x="6" y="16"/>
                      <a:pt x="6" y="16"/>
                    </a:cubicBezTo>
                    <a:cubicBezTo>
                      <a:pt x="7" y="18"/>
                      <a:pt x="8" y="18"/>
                      <a:pt x="9" y="18"/>
                    </a:cubicBezTo>
                    <a:cubicBezTo>
                      <a:pt x="11" y="18"/>
                      <a:pt x="12" y="18"/>
                      <a:pt x="1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2" name="Freeform 34"/>
              <p:cNvSpPr>
                <a:spLocks noEditPoints="1"/>
              </p:cNvSpPr>
              <p:nvPr userDrawn="1"/>
            </p:nvSpPr>
            <p:spPr bwMode="auto">
              <a:xfrm>
                <a:off x="5849938" y="6407150"/>
                <a:ext cx="61913" cy="76200"/>
              </a:xfrm>
              <a:custGeom>
                <a:avLst/>
                <a:gdLst>
                  <a:gd name="T0" fmla="*/ 13 w 19"/>
                  <a:gd name="T1" fmla="*/ 23 h 23"/>
                  <a:gd name="T2" fmla="*/ 12 w 19"/>
                  <a:gd name="T3" fmla="*/ 23 h 23"/>
                  <a:gd name="T4" fmla="*/ 9 w 19"/>
                  <a:gd name="T5" fmla="*/ 15 h 23"/>
                  <a:gd name="T6" fmla="*/ 7 w 19"/>
                  <a:gd name="T7" fmla="*/ 15 h 23"/>
                  <a:gd name="T8" fmla="*/ 6 w 19"/>
                  <a:gd name="T9" fmla="*/ 15 h 23"/>
                  <a:gd name="T10" fmla="*/ 6 w 19"/>
                  <a:gd name="T11" fmla="*/ 23 h 23"/>
                  <a:gd name="T12" fmla="*/ 6 w 19"/>
                  <a:gd name="T13" fmla="*/ 23 h 23"/>
                  <a:gd name="T14" fmla="*/ 1 w 19"/>
                  <a:gd name="T15" fmla="*/ 23 h 23"/>
                  <a:gd name="T16" fmla="*/ 0 w 19"/>
                  <a:gd name="T17" fmla="*/ 23 h 23"/>
                  <a:gd name="T18" fmla="*/ 0 w 19"/>
                  <a:gd name="T19" fmla="*/ 0 h 23"/>
                  <a:gd name="T20" fmla="*/ 1 w 19"/>
                  <a:gd name="T21" fmla="*/ 0 h 23"/>
                  <a:gd name="T22" fmla="*/ 10 w 19"/>
                  <a:gd name="T23" fmla="*/ 0 h 23"/>
                  <a:gd name="T24" fmla="*/ 19 w 19"/>
                  <a:gd name="T25" fmla="*/ 8 h 23"/>
                  <a:gd name="T26" fmla="*/ 15 w 19"/>
                  <a:gd name="T27" fmla="*/ 14 h 23"/>
                  <a:gd name="T28" fmla="*/ 19 w 19"/>
                  <a:gd name="T29" fmla="*/ 23 h 23"/>
                  <a:gd name="T30" fmla="*/ 19 w 19"/>
                  <a:gd name="T31" fmla="*/ 23 h 23"/>
                  <a:gd name="T32" fmla="*/ 13 w 19"/>
                  <a:gd name="T33" fmla="*/ 23 h 23"/>
                  <a:gd name="T34" fmla="*/ 13 w 19"/>
                  <a:gd name="T35" fmla="*/ 8 h 23"/>
                  <a:gd name="T36" fmla="*/ 10 w 19"/>
                  <a:gd name="T37" fmla="*/ 5 h 23"/>
                  <a:gd name="T38" fmla="*/ 7 w 19"/>
                  <a:gd name="T39" fmla="*/ 5 h 23"/>
                  <a:gd name="T40" fmla="*/ 6 w 19"/>
                  <a:gd name="T41" fmla="*/ 5 h 23"/>
                  <a:gd name="T42" fmla="*/ 6 w 19"/>
                  <a:gd name="T43" fmla="*/ 10 h 23"/>
                  <a:gd name="T44" fmla="*/ 7 w 19"/>
                  <a:gd name="T45" fmla="*/ 10 h 23"/>
                  <a:gd name="T46" fmla="*/ 10 w 19"/>
                  <a:gd name="T47" fmla="*/ 10 h 23"/>
                  <a:gd name="T48" fmla="*/ 13 w 19"/>
                  <a:gd name="T49" fmla="*/ 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3">
                    <a:moveTo>
                      <a:pt x="13" y="23"/>
                    </a:moveTo>
                    <a:cubicBezTo>
                      <a:pt x="13" y="23"/>
                      <a:pt x="12" y="23"/>
                      <a:pt x="12" y="23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5"/>
                      <a:pt x="6" y="15"/>
                      <a:pt x="6" y="15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1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6" y="0"/>
                      <a:pt x="19" y="3"/>
                      <a:pt x="19" y="8"/>
                    </a:cubicBezTo>
                    <a:cubicBezTo>
                      <a:pt x="19" y="10"/>
                      <a:pt x="17" y="13"/>
                      <a:pt x="15" y="1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lnTo>
                      <a:pt x="13" y="23"/>
                    </a:lnTo>
                    <a:close/>
                    <a:moveTo>
                      <a:pt x="13" y="8"/>
                    </a:moveTo>
                    <a:cubicBezTo>
                      <a:pt x="13" y="6"/>
                      <a:pt x="12" y="5"/>
                      <a:pt x="10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6" y="5"/>
                      <a:pt x="6" y="5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7" y="10"/>
                      <a:pt x="7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2" y="10"/>
                      <a:pt x="13" y="9"/>
                      <a:pt x="13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3" name="Freeform 35"/>
              <p:cNvSpPr>
                <a:spLocks/>
              </p:cNvSpPr>
              <p:nvPr userDrawn="1"/>
            </p:nvSpPr>
            <p:spPr bwMode="auto">
              <a:xfrm>
                <a:off x="5942013" y="6407150"/>
                <a:ext cx="61913" cy="79375"/>
              </a:xfrm>
              <a:custGeom>
                <a:avLst/>
                <a:gdLst>
                  <a:gd name="T0" fmla="*/ 0 w 19"/>
                  <a:gd name="T1" fmla="*/ 12 h 24"/>
                  <a:gd name="T2" fmla="*/ 1 w 19"/>
                  <a:gd name="T3" fmla="*/ 5 h 24"/>
                  <a:gd name="T4" fmla="*/ 9 w 19"/>
                  <a:gd name="T5" fmla="*/ 0 h 24"/>
                  <a:gd name="T6" fmla="*/ 18 w 19"/>
                  <a:gd name="T7" fmla="*/ 5 h 24"/>
                  <a:gd name="T8" fmla="*/ 18 w 19"/>
                  <a:gd name="T9" fmla="*/ 5 h 24"/>
                  <a:gd name="T10" fmla="*/ 13 w 19"/>
                  <a:gd name="T11" fmla="*/ 7 h 24"/>
                  <a:gd name="T12" fmla="*/ 13 w 19"/>
                  <a:gd name="T13" fmla="*/ 7 h 24"/>
                  <a:gd name="T14" fmla="*/ 9 w 19"/>
                  <a:gd name="T15" fmla="*/ 5 h 24"/>
                  <a:gd name="T16" fmla="*/ 6 w 19"/>
                  <a:gd name="T17" fmla="*/ 7 h 24"/>
                  <a:gd name="T18" fmla="*/ 6 w 19"/>
                  <a:gd name="T19" fmla="*/ 12 h 24"/>
                  <a:gd name="T20" fmla="*/ 6 w 19"/>
                  <a:gd name="T21" fmla="*/ 16 h 24"/>
                  <a:gd name="T22" fmla="*/ 9 w 19"/>
                  <a:gd name="T23" fmla="*/ 18 h 24"/>
                  <a:gd name="T24" fmla="*/ 13 w 19"/>
                  <a:gd name="T25" fmla="*/ 17 h 24"/>
                  <a:gd name="T26" fmla="*/ 13 w 19"/>
                  <a:gd name="T27" fmla="*/ 15 h 24"/>
                  <a:gd name="T28" fmla="*/ 13 w 19"/>
                  <a:gd name="T29" fmla="*/ 15 h 24"/>
                  <a:gd name="T30" fmla="*/ 10 w 19"/>
                  <a:gd name="T31" fmla="*/ 15 h 24"/>
                  <a:gd name="T32" fmla="*/ 10 w 19"/>
                  <a:gd name="T33" fmla="*/ 14 h 24"/>
                  <a:gd name="T34" fmla="*/ 10 w 19"/>
                  <a:gd name="T35" fmla="*/ 11 h 24"/>
                  <a:gd name="T36" fmla="*/ 10 w 19"/>
                  <a:gd name="T37" fmla="*/ 10 h 24"/>
                  <a:gd name="T38" fmla="*/ 18 w 19"/>
                  <a:gd name="T39" fmla="*/ 10 h 24"/>
                  <a:gd name="T40" fmla="*/ 19 w 19"/>
                  <a:gd name="T41" fmla="*/ 11 h 24"/>
                  <a:gd name="T42" fmla="*/ 19 w 19"/>
                  <a:gd name="T43" fmla="*/ 12 h 24"/>
                  <a:gd name="T44" fmla="*/ 18 w 19"/>
                  <a:gd name="T45" fmla="*/ 18 h 24"/>
                  <a:gd name="T46" fmla="*/ 9 w 19"/>
                  <a:gd name="T47" fmla="*/ 24 h 24"/>
                  <a:gd name="T48" fmla="*/ 1 w 19"/>
                  <a:gd name="T49" fmla="*/ 18 h 24"/>
                  <a:gd name="T50" fmla="*/ 0 w 19"/>
                  <a:gd name="T51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9" h="24">
                    <a:moveTo>
                      <a:pt x="0" y="12"/>
                    </a:moveTo>
                    <a:cubicBezTo>
                      <a:pt x="0" y="9"/>
                      <a:pt x="0" y="7"/>
                      <a:pt x="1" y="5"/>
                    </a:cubicBezTo>
                    <a:cubicBezTo>
                      <a:pt x="2" y="2"/>
                      <a:pt x="5" y="0"/>
                      <a:pt x="9" y="0"/>
                    </a:cubicBezTo>
                    <a:cubicBezTo>
                      <a:pt x="14" y="0"/>
                      <a:pt x="16" y="2"/>
                      <a:pt x="18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6"/>
                      <a:pt x="11" y="5"/>
                      <a:pt x="9" y="5"/>
                    </a:cubicBezTo>
                    <a:cubicBezTo>
                      <a:pt x="8" y="5"/>
                      <a:pt x="7" y="6"/>
                      <a:pt x="6" y="7"/>
                    </a:cubicBezTo>
                    <a:cubicBezTo>
                      <a:pt x="6" y="8"/>
                      <a:pt x="6" y="9"/>
                      <a:pt x="6" y="12"/>
                    </a:cubicBezTo>
                    <a:cubicBezTo>
                      <a:pt x="6" y="14"/>
                      <a:pt x="6" y="16"/>
                      <a:pt x="6" y="16"/>
                    </a:cubicBezTo>
                    <a:cubicBezTo>
                      <a:pt x="7" y="18"/>
                      <a:pt x="8" y="18"/>
                      <a:pt x="9" y="18"/>
                    </a:cubicBezTo>
                    <a:cubicBezTo>
                      <a:pt x="11" y="18"/>
                      <a:pt x="12" y="18"/>
                      <a:pt x="13" y="17"/>
                    </a:cubicBezTo>
                    <a:cubicBezTo>
                      <a:pt x="13" y="16"/>
                      <a:pt x="13" y="16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0" y="15"/>
                      <a:pt x="10" y="15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10"/>
                      <a:pt x="19" y="10"/>
                      <a:pt x="19" y="11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5"/>
                      <a:pt x="18" y="16"/>
                      <a:pt x="18" y="18"/>
                    </a:cubicBezTo>
                    <a:cubicBezTo>
                      <a:pt x="17" y="22"/>
                      <a:pt x="14" y="24"/>
                      <a:pt x="9" y="24"/>
                    </a:cubicBezTo>
                    <a:cubicBezTo>
                      <a:pt x="5" y="24"/>
                      <a:pt x="2" y="22"/>
                      <a:pt x="1" y="18"/>
                    </a:cubicBezTo>
                    <a:cubicBezTo>
                      <a:pt x="0" y="16"/>
                      <a:pt x="0" y="15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4" name="Freeform 36"/>
              <p:cNvSpPr>
                <a:spLocks/>
              </p:cNvSpPr>
              <p:nvPr userDrawn="1"/>
            </p:nvSpPr>
            <p:spPr bwMode="auto">
              <a:xfrm>
                <a:off x="6081713" y="6407150"/>
                <a:ext cx="61913" cy="79375"/>
              </a:xfrm>
              <a:custGeom>
                <a:avLst/>
                <a:gdLst>
                  <a:gd name="T0" fmla="*/ 0 w 19"/>
                  <a:gd name="T1" fmla="*/ 14 h 24"/>
                  <a:gd name="T2" fmla="*/ 0 w 19"/>
                  <a:gd name="T3" fmla="*/ 0 h 24"/>
                  <a:gd name="T4" fmla="*/ 1 w 19"/>
                  <a:gd name="T5" fmla="*/ 0 h 24"/>
                  <a:gd name="T6" fmla="*/ 6 w 19"/>
                  <a:gd name="T7" fmla="*/ 0 h 24"/>
                  <a:gd name="T8" fmla="*/ 6 w 19"/>
                  <a:gd name="T9" fmla="*/ 0 h 24"/>
                  <a:gd name="T10" fmla="*/ 6 w 19"/>
                  <a:gd name="T11" fmla="*/ 15 h 24"/>
                  <a:gd name="T12" fmla="*/ 10 w 19"/>
                  <a:gd name="T13" fmla="*/ 18 h 24"/>
                  <a:gd name="T14" fmla="*/ 13 w 19"/>
                  <a:gd name="T15" fmla="*/ 15 h 24"/>
                  <a:gd name="T16" fmla="*/ 13 w 19"/>
                  <a:gd name="T17" fmla="*/ 0 h 24"/>
                  <a:gd name="T18" fmla="*/ 13 w 19"/>
                  <a:gd name="T19" fmla="*/ 0 h 24"/>
                  <a:gd name="T20" fmla="*/ 19 w 19"/>
                  <a:gd name="T21" fmla="*/ 0 h 24"/>
                  <a:gd name="T22" fmla="*/ 19 w 19"/>
                  <a:gd name="T23" fmla="*/ 0 h 24"/>
                  <a:gd name="T24" fmla="*/ 19 w 19"/>
                  <a:gd name="T25" fmla="*/ 14 h 24"/>
                  <a:gd name="T26" fmla="*/ 10 w 19"/>
                  <a:gd name="T27" fmla="*/ 24 h 24"/>
                  <a:gd name="T28" fmla="*/ 0 w 19"/>
                  <a:gd name="T29" fmla="*/ 1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" h="24">
                    <a:moveTo>
                      <a:pt x="0" y="1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7"/>
                      <a:pt x="8" y="18"/>
                      <a:pt x="10" y="18"/>
                    </a:cubicBezTo>
                    <a:cubicBezTo>
                      <a:pt x="12" y="18"/>
                      <a:pt x="13" y="17"/>
                      <a:pt x="13" y="1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20"/>
                      <a:pt x="15" y="24"/>
                      <a:pt x="10" y="24"/>
                    </a:cubicBezTo>
                    <a:cubicBezTo>
                      <a:pt x="4" y="24"/>
                      <a:pt x="0" y="20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5" name="Freeform 37"/>
              <p:cNvSpPr>
                <a:spLocks/>
              </p:cNvSpPr>
              <p:nvPr userDrawn="1"/>
            </p:nvSpPr>
            <p:spPr bwMode="auto">
              <a:xfrm>
                <a:off x="6175375" y="6407150"/>
                <a:ext cx="61913" cy="76200"/>
              </a:xfrm>
              <a:custGeom>
                <a:avLst/>
                <a:gdLst>
                  <a:gd name="T0" fmla="*/ 0 w 19"/>
                  <a:gd name="T1" fmla="*/ 0 h 23"/>
                  <a:gd name="T2" fmla="*/ 1 w 19"/>
                  <a:gd name="T3" fmla="*/ 0 h 23"/>
                  <a:gd name="T4" fmla="*/ 6 w 19"/>
                  <a:gd name="T5" fmla="*/ 0 h 23"/>
                  <a:gd name="T6" fmla="*/ 6 w 19"/>
                  <a:gd name="T7" fmla="*/ 0 h 23"/>
                  <a:gd name="T8" fmla="*/ 13 w 19"/>
                  <a:gd name="T9" fmla="*/ 14 h 23"/>
                  <a:gd name="T10" fmla="*/ 13 w 19"/>
                  <a:gd name="T11" fmla="*/ 14 h 23"/>
                  <a:gd name="T12" fmla="*/ 13 w 19"/>
                  <a:gd name="T13" fmla="*/ 0 h 23"/>
                  <a:gd name="T14" fmla="*/ 14 w 19"/>
                  <a:gd name="T15" fmla="*/ 0 h 23"/>
                  <a:gd name="T16" fmla="*/ 18 w 19"/>
                  <a:gd name="T17" fmla="*/ 0 h 23"/>
                  <a:gd name="T18" fmla="*/ 19 w 19"/>
                  <a:gd name="T19" fmla="*/ 0 h 23"/>
                  <a:gd name="T20" fmla="*/ 19 w 19"/>
                  <a:gd name="T21" fmla="*/ 23 h 23"/>
                  <a:gd name="T22" fmla="*/ 18 w 19"/>
                  <a:gd name="T23" fmla="*/ 23 h 23"/>
                  <a:gd name="T24" fmla="*/ 13 w 19"/>
                  <a:gd name="T25" fmla="*/ 23 h 23"/>
                  <a:gd name="T26" fmla="*/ 13 w 19"/>
                  <a:gd name="T27" fmla="*/ 23 h 23"/>
                  <a:gd name="T28" fmla="*/ 6 w 19"/>
                  <a:gd name="T29" fmla="*/ 10 h 23"/>
                  <a:gd name="T30" fmla="*/ 6 w 19"/>
                  <a:gd name="T31" fmla="*/ 10 h 23"/>
                  <a:gd name="T32" fmla="*/ 6 w 19"/>
                  <a:gd name="T33" fmla="*/ 23 h 23"/>
                  <a:gd name="T34" fmla="*/ 5 w 19"/>
                  <a:gd name="T35" fmla="*/ 23 h 23"/>
                  <a:gd name="T36" fmla="*/ 1 w 19"/>
                  <a:gd name="T37" fmla="*/ 23 h 23"/>
                  <a:gd name="T38" fmla="*/ 0 w 19"/>
                  <a:gd name="T39" fmla="*/ 23 h 23"/>
                  <a:gd name="T40" fmla="*/ 0 w 19"/>
                  <a:gd name="T4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3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8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5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6" name="Freeform 38"/>
              <p:cNvSpPr>
                <a:spLocks/>
              </p:cNvSpPr>
              <p:nvPr userDrawn="1"/>
            </p:nvSpPr>
            <p:spPr bwMode="auto">
              <a:xfrm>
                <a:off x="6270625" y="6407150"/>
                <a:ext cx="19050" cy="76200"/>
              </a:xfrm>
              <a:custGeom>
                <a:avLst/>
                <a:gdLst>
                  <a:gd name="T0" fmla="*/ 0 w 6"/>
                  <a:gd name="T1" fmla="*/ 0 h 23"/>
                  <a:gd name="T2" fmla="*/ 1 w 6"/>
                  <a:gd name="T3" fmla="*/ 0 h 23"/>
                  <a:gd name="T4" fmla="*/ 6 w 6"/>
                  <a:gd name="T5" fmla="*/ 0 h 23"/>
                  <a:gd name="T6" fmla="*/ 6 w 6"/>
                  <a:gd name="T7" fmla="*/ 0 h 23"/>
                  <a:gd name="T8" fmla="*/ 6 w 6"/>
                  <a:gd name="T9" fmla="*/ 23 h 23"/>
                  <a:gd name="T10" fmla="*/ 6 w 6"/>
                  <a:gd name="T11" fmla="*/ 23 h 23"/>
                  <a:gd name="T12" fmla="*/ 1 w 6"/>
                  <a:gd name="T13" fmla="*/ 23 h 23"/>
                  <a:gd name="T14" fmla="*/ 0 w 6"/>
                  <a:gd name="T15" fmla="*/ 23 h 23"/>
                  <a:gd name="T16" fmla="*/ 0 w 6"/>
                  <a:gd name="T1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7" name="Freeform 39"/>
              <p:cNvSpPr>
                <a:spLocks/>
              </p:cNvSpPr>
              <p:nvPr userDrawn="1"/>
            </p:nvSpPr>
            <p:spPr bwMode="auto">
              <a:xfrm>
                <a:off x="6319838" y="6407150"/>
                <a:ext cx="68263" cy="76200"/>
              </a:xfrm>
              <a:custGeom>
                <a:avLst/>
                <a:gdLst>
                  <a:gd name="T0" fmla="*/ 8 w 21"/>
                  <a:gd name="T1" fmla="*/ 23 h 23"/>
                  <a:gd name="T2" fmla="*/ 8 w 21"/>
                  <a:gd name="T3" fmla="*/ 23 h 23"/>
                  <a:gd name="T4" fmla="*/ 0 w 21"/>
                  <a:gd name="T5" fmla="*/ 1 h 23"/>
                  <a:gd name="T6" fmla="*/ 1 w 21"/>
                  <a:gd name="T7" fmla="*/ 0 h 23"/>
                  <a:gd name="T8" fmla="*/ 6 w 21"/>
                  <a:gd name="T9" fmla="*/ 0 h 23"/>
                  <a:gd name="T10" fmla="*/ 7 w 21"/>
                  <a:gd name="T11" fmla="*/ 0 h 23"/>
                  <a:gd name="T12" fmla="*/ 11 w 21"/>
                  <a:gd name="T13" fmla="*/ 14 h 23"/>
                  <a:gd name="T14" fmla="*/ 11 w 21"/>
                  <a:gd name="T15" fmla="*/ 14 h 23"/>
                  <a:gd name="T16" fmla="*/ 15 w 21"/>
                  <a:gd name="T17" fmla="*/ 0 h 23"/>
                  <a:gd name="T18" fmla="*/ 15 w 21"/>
                  <a:gd name="T19" fmla="*/ 0 h 23"/>
                  <a:gd name="T20" fmla="*/ 21 w 21"/>
                  <a:gd name="T21" fmla="*/ 0 h 23"/>
                  <a:gd name="T22" fmla="*/ 21 w 21"/>
                  <a:gd name="T23" fmla="*/ 1 h 23"/>
                  <a:gd name="T24" fmla="*/ 14 w 21"/>
                  <a:gd name="T25" fmla="*/ 23 h 23"/>
                  <a:gd name="T26" fmla="*/ 13 w 21"/>
                  <a:gd name="T27" fmla="*/ 23 h 23"/>
                  <a:gd name="T28" fmla="*/ 8 w 21"/>
                  <a:gd name="T29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" h="23">
                    <a:moveTo>
                      <a:pt x="8" y="23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7" y="0"/>
                      <a:pt x="7" y="0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0"/>
                      <a:pt x="21" y="0"/>
                      <a:pt x="21" y="1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3"/>
                      <a:pt x="13" y="23"/>
                      <a:pt x="13" y="23"/>
                    </a:cubicBezTo>
                    <a:lnTo>
                      <a:pt x="8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8" name="Freeform 40"/>
              <p:cNvSpPr>
                <a:spLocks/>
              </p:cNvSpPr>
              <p:nvPr userDrawn="1"/>
            </p:nvSpPr>
            <p:spPr bwMode="auto">
              <a:xfrm>
                <a:off x="6416675" y="6407150"/>
                <a:ext cx="52388" cy="76200"/>
              </a:xfrm>
              <a:custGeom>
                <a:avLst/>
                <a:gdLst>
                  <a:gd name="T0" fmla="*/ 0 w 16"/>
                  <a:gd name="T1" fmla="*/ 0 h 23"/>
                  <a:gd name="T2" fmla="*/ 0 w 16"/>
                  <a:gd name="T3" fmla="*/ 0 h 23"/>
                  <a:gd name="T4" fmla="*/ 16 w 16"/>
                  <a:gd name="T5" fmla="*/ 0 h 23"/>
                  <a:gd name="T6" fmla="*/ 16 w 16"/>
                  <a:gd name="T7" fmla="*/ 0 h 23"/>
                  <a:gd name="T8" fmla="*/ 16 w 16"/>
                  <a:gd name="T9" fmla="*/ 5 h 23"/>
                  <a:gd name="T10" fmla="*/ 16 w 16"/>
                  <a:gd name="T11" fmla="*/ 5 h 23"/>
                  <a:gd name="T12" fmla="*/ 6 w 16"/>
                  <a:gd name="T13" fmla="*/ 5 h 23"/>
                  <a:gd name="T14" fmla="*/ 6 w 16"/>
                  <a:gd name="T15" fmla="*/ 5 h 23"/>
                  <a:gd name="T16" fmla="*/ 6 w 16"/>
                  <a:gd name="T17" fmla="*/ 9 h 23"/>
                  <a:gd name="T18" fmla="*/ 6 w 16"/>
                  <a:gd name="T19" fmla="*/ 9 h 23"/>
                  <a:gd name="T20" fmla="*/ 14 w 16"/>
                  <a:gd name="T21" fmla="*/ 9 h 23"/>
                  <a:gd name="T22" fmla="*/ 14 w 16"/>
                  <a:gd name="T23" fmla="*/ 9 h 23"/>
                  <a:gd name="T24" fmla="*/ 14 w 16"/>
                  <a:gd name="T25" fmla="*/ 14 h 23"/>
                  <a:gd name="T26" fmla="*/ 14 w 16"/>
                  <a:gd name="T27" fmla="*/ 14 h 23"/>
                  <a:gd name="T28" fmla="*/ 6 w 16"/>
                  <a:gd name="T29" fmla="*/ 14 h 23"/>
                  <a:gd name="T30" fmla="*/ 6 w 16"/>
                  <a:gd name="T31" fmla="*/ 14 h 23"/>
                  <a:gd name="T32" fmla="*/ 6 w 16"/>
                  <a:gd name="T33" fmla="*/ 18 h 23"/>
                  <a:gd name="T34" fmla="*/ 6 w 16"/>
                  <a:gd name="T35" fmla="*/ 18 h 23"/>
                  <a:gd name="T36" fmla="*/ 16 w 16"/>
                  <a:gd name="T37" fmla="*/ 18 h 23"/>
                  <a:gd name="T38" fmla="*/ 16 w 16"/>
                  <a:gd name="T39" fmla="*/ 19 h 23"/>
                  <a:gd name="T40" fmla="*/ 16 w 16"/>
                  <a:gd name="T41" fmla="*/ 23 h 23"/>
                  <a:gd name="T42" fmla="*/ 16 w 16"/>
                  <a:gd name="T43" fmla="*/ 23 h 23"/>
                  <a:gd name="T44" fmla="*/ 0 w 16"/>
                  <a:gd name="T45" fmla="*/ 23 h 23"/>
                  <a:gd name="T46" fmla="*/ 0 w 16"/>
                  <a:gd name="T47" fmla="*/ 23 h 23"/>
                  <a:gd name="T48" fmla="*/ 0 w 16"/>
                  <a:gd name="T4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" h="2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49" name="Freeform 41"/>
              <p:cNvSpPr>
                <a:spLocks noEditPoints="1"/>
              </p:cNvSpPr>
              <p:nvPr userDrawn="1"/>
            </p:nvSpPr>
            <p:spPr bwMode="auto">
              <a:xfrm>
                <a:off x="6502400" y="6407150"/>
                <a:ext cx="58738" cy="76200"/>
              </a:xfrm>
              <a:custGeom>
                <a:avLst/>
                <a:gdLst>
                  <a:gd name="T0" fmla="*/ 12 w 18"/>
                  <a:gd name="T1" fmla="*/ 23 h 23"/>
                  <a:gd name="T2" fmla="*/ 12 w 18"/>
                  <a:gd name="T3" fmla="*/ 23 h 23"/>
                  <a:gd name="T4" fmla="*/ 8 w 18"/>
                  <a:gd name="T5" fmla="*/ 15 h 23"/>
                  <a:gd name="T6" fmla="*/ 6 w 18"/>
                  <a:gd name="T7" fmla="*/ 15 h 23"/>
                  <a:gd name="T8" fmla="*/ 6 w 18"/>
                  <a:gd name="T9" fmla="*/ 15 h 23"/>
                  <a:gd name="T10" fmla="*/ 6 w 18"/>
                  <a:gd name="T11" fmla="*/ 23 h 23"/>
                  <a:gd name="T12" fmla="*/ 5 w 18"/>
                  <a:gd name="T13" fmla="*/ 23 h 23"/>
                  <a:gd name="T14" fmla="*/ 0 w 18"/>
                  <a:gd name="T15" fmla="*/ 23 h 23"/>
                  <a:gd name="T16" fmla="*/ 0 w 18"/>
                  <a:gd name="T17" fmla="*/ 23 h 23"/>
                  <a:gd name="T18" fmla="*/ 0 w 18"/>
                  <a:gd name="T19" fmla="*/ 0 h 23"/>
                  <a:gd name="T20" fmla="*/ 0 w 18"/>
                  <a:gd name="T21" fmla="*/ 0 h 23"/>
                  <a:gd name="T22" fmla="*/ 10 w 18"/>
                  <a:gd name="T23" fmla="*/ 0 h 23"/>
                  <a:gd name="T24" fmla="*/ 18 w 18"/>
                  <a:gd name="T25" fmla="*/ 8 h 23"/>
                  <a:gd name="T26" fmla="*/ 14 w 18"/>
                  <a:gd name="T27" fmla="*/ 14 h 23"/>
                  <a:gd name="T28" fmla="*/ 18 w 18"/>
                  <a:gd name="T29" fmla="*/ 23 h 23"/>
                  <a:gd name="T30" fmla="*/ 18 w 18"/>
                  <a:gd name="T31" fmla="*/ 23 h 23"/>
                  <a:gd name="T32" fmla="*/ 12 w 18"/>
                  <a:gd name="T33" fmla="*/ 23 h 23"/>
                  <a:gd name="T34" fmla="*/ 12 w 18"/>
                  <a:gd name="T35" fmla="*/ 8 h 23"/>
                  <a:gd name="T36" fmla="*/ 9 w 18"/>
                  <a:gd name="T37" fmla="*/ 5 h 23"/>
                  <a:gd name="T38" fmla="*/ 6 w 18"/>
                  <a:gd name="T39" fmla="*/ 5 h 23"/>
                  <a:gd name="T40" fmla="*/ 6 w 18"/>
                  <a:gd name="T41" fmla="*/ 5 h 23"/>
                  <a:gd name="T42" fmla="*/ 6 w 18"/>
                  <a:gd name="T43" fmla="*/ 10 h 23"/>
                  <a:gd name="T44" fmla="*/ 6 w 18"/>
                  <a:gd name="T45" fmla="*/ 10 h 23"/>
                  <a:gd name="T46" fmla="*/ 9 w 18"/>
                  <a:gd name="T47" fmla="*/ 10 h 23"/>
                  <a:gd name="T48" fmla="*/ 12 w 18"/>
                  <a:gd name="T49" fmla="*/ 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8" h="23">
                    <a:moveTo>
                      <a:pt x="12" y="23"/>
                    </a:moveTo>
                    <a:cubicBezTo>
                      <a:pt x="12" y="23"/>
                      <a:pt x="12" y="23"/>
                      <a:pt x="12" y="2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5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5" y="0"/>
                      <a:pt x="18" y="3"/>
                      <a:pt x="18" y="8"/>
                    </a:cubicBezTo>
                    <a:cubicBezTo>
                      <a:pt x="18" y="10"/>
                      <a:pt x="16" y="13"/>
                      <a:pt x="14" y="1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12" y="23"/>
                    </a:lnTo>
                    <a:close/>
                    <a:moveTo>
                      <a:pt x="12" y="8"/>
                    </a:moveTo>
                    <a:cubicBezTo>
                      <a:pt x="12" y="6"/>
                      <a:pt x="11" y="5"/>
                      <a:pt x="9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11" y="10"/>
                      <a:pt x="12" y="9"/>
                      <a:pt x="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50" name="Freeform 42"/>
              <p:cNvSpPr>
                <a:spLocks/>
              </p:cNvSpPr>
              <p:nvPr userDrawn="1"/>
            </p:nvSpPr>
            <p:spPr bwMode="auto">
              <a:xfrm>
                <a:off x="6589713" y="6407150"/>
                <a:ext cx="61913" cy="79375"/>
              </a:xfrm>
              <a:custGeom>
                <a:avLst/>
                <a:gdLst>
                  <a:gd name="T0" fmla="*/ 0 w 19"/>
                  <a:gd name="T1" fmla="*/ 20 h 24"/>
                  <a:gd name="T2" fmla="*/ 0 w 19"/>
                  <a:gd name="T3" fmla="*/ 20 h 24"/>
                  <a:gd name="T4" fmla="*/ 3 w 19"/>
                  <a:gd name="T5" fmla="*/ 16 h 24"/>
                  <a:gd name="T6" fmla="*/ 3 w 19"/>
                  <a:gd name="T7" fmla="*/ 16 h 24"/>
                  <a:gd name="T8" fmla="*/ 9 w 19"/>
                  <a:gd name="T9" fmla="*/ 19 h 24"/>
                  <a:gd name="T10" fmla="*/ 13 w 19"/>
                  <a:gd name="T11" fmla="*/ 16 h 24"/>
                  <a:gd name="T12" fmla="*/ 10 w 19"/>
                  <a:gd name="T13" fmla="*/ 14 h 24"/>
                  <a:gd name="T14" fmla="*/ 8 w 19"/>
                  <a:gd name="T15" fmla="*/ 14 h 24"/>
                  <a:gd name="T16" fmla="*/ 1 w 19"/>
                  <a:gd name="T17" fmla="*/ 7 h 24"/>
                  <a:gd name="T18" fmla="*/ 9 w 19"/>
                  <a:gd name="T19" fmla="*/ 0 h 24"/>
                  <a:gd name="T20" fmla="*/ 18 w 19"/>
                  <a:gd name="T21" fmla="*/ 2 h 24"/>
                  <a:gd name="T22" fmla="*/ 18 w 19"/>
                  <a:gd name="T23" fmla="*/ 3 h 24"/>
                  <a:gd name="T24" fmla="*/ 15 w 19"/>
                  <a:gd name="T25" fmla="*/ 7 h 24"/>
                  <a:gd name="T26" fmla="*/ 15 w 19"/>
                  <a:gd name="T27" fmla="*/ 7 h 24"/>
                  <a:gd name="T28" fmla="*/ 9 w 19"/>
                  <a:gd name="T29" fmla="*/ 5 h 24"/>
                  <a:gd name="T30" fmla="*/ 7 w 19"/>
                  <a:gd name="T31" fmla="*/ 7 h 24"/>
                  <a:gd name="T32" fmla="*/ 10 w 19"/>
                  <a:gd name="T33" fmla="*/ 9 h 24"/>
                  <a:gd name="T34" fmla="*/ 11 w 19"/>
                  <a:gd name="T35" fmla="*/ 9 h 24"/>
                  <a:gd name="T36" fmla="*/ 19 w 19"/>
                  <a:gd name="T37" fmla="*/ 16 h 24"/>
                  <a:gd name="T38" fmla="*/ 9 w 19"/>
                  <a:gd name="T39" fmla="*/ 24 h 24"/>
                  <a:gd name="T40" fmla="*/ 0 w 19"/>
                  <a:gd name="T41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4"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5" y="17"/>
                      <a:pt x="7" y="19"/>
                      <a:pt x="9" y="19"/>
                    </a:cubicBezTo>
                    <a:cubicBezTo>
                      <a:pt x="11" y="19"/>
                      <a:pt x="13" y="18"/>
                      <a:pt x="13" y="16"/>
                    </a:cubicBezTo>
                    <a:cubicBezTo>
                      <a:pt x="13" y="15"/>
                      <a:pt x="12" y="15"/>
                      <a:pt x="10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3" y="14"/>
                      <a:pt x="1" y="11"/>
                      <a:pt x="1" y="7"/>
                    </a:cubicBezTo>
                    <a:cubicBezTo>
                      <a:pt x="1" y="3"/>
                      <a:pt x="4" y="0"/>
                      <a:pt x="9" y="0"/>
                    </a:cubicBezTo>
                    <a:cubicBezTo>
                      <a:pt x="13" y="0"/>
                      <a:pt x="16" y="1"/>
                      <a:pt x="18" y="2"/>
                    </a:cubicBezTo>
                    <a:cubicBezTo>
                      <a:pt x="18" y="2"/>
                      <a:pt x="18" y="3"/>
                      <a:pt x="18" y="3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3" y="6"/>
                      <a:pt x="11" y="5"/>
                      <a:pt x="9" y="5"/>
                    </a:cubicBezTo>
                    <a:cubicBezTo>
                      <a:pt x="8" y="5"/>
                      <a:pt x="7" y="6"/>
                      <a:pt x="7" y="7"/>
                    </a:cubicBezTo>
                    <a:cubicBezTo>
                      <a:pt x="7" y="8"/>
                      <a:pt x="8" y="8"/>
                      <a:pt x="10" y="9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6" y="10"/>
                      <a:pt x="19" y="12"/>
                      <a:pt x="19" y="16"/>
                    </a:cubicBezTo>
                    <a:cubicBezTo>
                      <a:pt x="19" y="21"/>
                      <a:pt x="15" y="24"/>
                      <a:pt x="9" y="24"/>
                    </a:cubicBezTo>
                    <a:cubicBezTo>
                      <a:pt x="6" y="24"/>
                      <a:pt x="2" y="22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51" name="Freeform 43"/>
              <p:cNvSpPr>
                <a:spLocks/>
              </p:cNvSpPr>
              <p:nvPr userDrawn="1"/>
            </p:nvSpPr>
            <p:spPr bwMode="auto">
              <a:xfrm>
                <a:off x="6681788" y="6407150"/>
                <a:ext cx="19050" cy="76200"/>
              </a:xfrm>
              <a:custGeom>
                <a:avLst/>
                <a:gdLst>
                  <a:gd name="T0" fmla="*/ 0 w 6"/>
                  <a:gd name="T1" fmla="*/ 0 h 23"/>
                  <a:gd name="T2" fmla="*/ 1 w 6"/>
                  <a:gd name="T3" fmla="*/ 0 h 23"/>
                  <a:gd name="T4" fmla="*/ 6 w 6"/>
                  <a:gd name="T5" fmla="*/ 0 h 23"/>
                  <a:gd name="T6" fmla="*/ 6 w 6"/>
                  <a:gd name="T7" fmla="*/ 0 h 23"/>
                  <a:gd name="T8" fmla="*/ 6 w 6"/>
                  <a:gd name="T9" fmla="*/ 23 h 23"/>
                  <a:gd name="T10" fmla="*/ 6 w 6"/>
                  <a:gd name="T11" fmla="*/ 23 h 23"/>
                  <a:gd name="T12" fmla="*/ 1 w 6"/>
                  <a:gd name="T13" fmla="*/ 23 h 23"/>
                  <a:gd name="T14" fmla="*/ 0 w 6"/>
                  <a:gd name="T15" fmla="*/ 23 h 23"/>
                  <a:gd name="T16" fmla="*/ 0 w 6"/>
                  <a:gd name="T1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52" name="Freeform 44"/>
              <p:cNvSpPr>
                <a:spLocks/>
              </p:cNvSpPr>
              <p:nvPr userDrawn="1"/>
            </p:nvSpPr>
            <p:spPr bwMode="auto">
              <a:xfrm>
                <a:off x="6729413" y="6407150"/>
                <a:ext cx="61913" cy="76200"/>
              </a:xfrm>
              <a:custGeom>
                <a:avLst/>
                <a:gdLst>
                  <a:gd name="T0" fmla="*/ 7 w 19"/>
                  <a:gd name="T1" fmla="*/ 23 h 23"/>
                  <a:gd name="T2" fmla="*/ 7 w 19"/>
                  <a:gd name="T3" fmla="*/ 23 h 23"/>
                  <a:gd name="T4" fmla="*/ 7 w 19"/>
                  <a:gd name="T5" fmla="*/ 23 h 23"/>
                  <a:gd name="T6" fmla="*/ 7 w 19"/>
                  <a:gd name="T7" fmla="*/ 23 h 23"/>
                  <a:gd name="T8" fmla="*/ 7 w 19"/>
                  <a:gd name="T9" fmla="*/ 23 h 23"/>
                  <a:gd name="T10" fmla="*/ 7 w 19"/>
                  <a:gd name="T11" fmla="*/ 6 h 23"/>
                  <a:gd name="T12" fmla="*/ 6 w 19"/>
                  <a:gd name="T13" fmla="*/ 5 h 23"/>
                  <a:gd name="T14" fmla="*/ 6 w 19"/>
                  <a:gd name="T15" fmla="*/ 5 h 23"/>
                  <a:gd name="T16" fmla="*/ 1 w 19"/>
                  <a:gd name="T17" fmla="*/ 5 h 23"/>
                  <a:gd name="T18" fmla="*/ 1 w 19"/>
                  <a:gd name="T19" fmla="*/ 5 h 23"/>
                  <a:gd name="T20" fmla="*/ 0 w 19"/>
                  <a:gd name="T21" fmla="*/ 5 h 23"/>
                  <a:gd name="T22" fmla="*/ 0 w 19"/>
                  <a:gd name="T23" fmla="*/ 5 h 23"/>
                  <a:gd name="T24" fmla="*/ 0 w 19"/>
                  <a:gd name="T25" fmla="*/ 5 h 23"/>
                  <a:gd name="T26" fmla="*/ 0 w 19"/>
                  <a:gd name="T27" fmla="*/ 5 h 23"/>
                  <a:gd name="T28" fmla="*/ 0 w 19"/>
                  <a:gd name="T29" fmla="*/ 0 h 23"/>
                  <a:gd name="T30" fmla="*/ 1 w 19"/>
                  <a:gd name="T31" fmla="*/ 0 h 23"/>
                  <a:gd name="T32" fmla="*/ 1 w 19"/>
                  <a:gd name="T33" fmla="*/ 0 h 23"/>
                  <a:gd name="T34" fmla="*/ 18 w 19"/>
                  <a:gd name="T35" fmla="*/ 0 h 23"/>
                  <a:gd name="T36" fmla="*/ 19 w 19"/>
                  <a:gd name="T37" fmla="*/ 0 h 23"/>
                  <a:gd name="T38" fmla="*/ 19 w 19"/>
                  <a:gd name="T39" fmla="*/ 0 h 23"/>
                  <a:gd name="T40" fmla="*/ 19 w 19"/>
                  <a:gd name="T41" fmla="*/ 0 h 23"/>
                  <a:gd name="T42" fmla="*/ 19 w 19"/>
                  <a:gd name="T43" fmla="*/ 5 h 23"/>
                  <a:gd name="T44" fmla="*/ 19 w 19"/>
                  <a:gd name="T45" fmla="*/ 5 h 23"/>
                  <a:gd name="T46" fmla="*/ 19 w 19"/>
                  <a:gd name="T47" fmla="*/ 5 h 23"/>
                  <a:gd name="T48" fmla="*/ 18 w 19"/>
                  <a:gd name="T49" fmla="*/ 5 h 23"/>
                  <a:gd name="T50" fmla="*/ 13 w 19"/>
                  <a:gd name="T51" fmla="*/ 5 h 23"/>
                  <a:gd name="T52" fmla="*/ 13 w 19"/>
                  <a:gd name="T53" fmla="*/ 5 h 23"/>
                  <a:gd name="T54" fmla="*/ 13 w 19"/>
                  <a:gd name="T55" fmla="*/ 6 h 23"/>
                  <a:gd name="T56" fmla="*/ 13 w 19"/>
                  <a:gd name="T57" fmla="*/ 6 h 23"/>
                  <a:gd name="T58" fmla="*/ 13 w 19"/>
                  <a:gd name="T59" fmla="*/ 23 h 23"/>
                  <a:gd name="T60" fmla="*/ 13 w 19"/>
                  <a:gd name="T61" fmla="*/ 23 h 23"/>
                  <a:gd name="T62" fmla="*/ 12 w 19"/>
                  <a:gd name="T63" fmla="*/ 23 h 23"/>
                  <a:gd name="T64" fmla="*/ 12 w 19"/>
                  <a:gd name="T65" fmla="*/ 23 h 23"/>
                  <a:gd name="T66" fmla="*/ 7 w 19"/>
                  <a:gd name="T6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9" h="23">
                    <a:moveTo>
                      <a:pt x="7" y="23"/>
                    </a:moveTo>
                    <a:cubicBezTo>
                      <a:pt x="7" y="23"/>
                      <a:pt x="7" y="23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6"/>
                      <a:pt x="7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3" y="23"/>
                      <a:pt x="12" y="23"/>
                    </a:cubicBezTo>
                    <a:cubicBezTo>
                      <a:pt x="12" y="23"/>
                      <a:pt x="12" y="23"/>
                      <a:pt x="12" y="23"/>
                    </a:cubicBezTo>
                    <a:lnTo>
                      <a:pt x="7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53" name="Freeform 45"/>
              <p:cNvSpPr>
                <a:spLocks/>
              </p:cNvSpPr>
              <p:nvPr userDrawn="1"/>
            </p:nvSpPr>
            <p:spPr bwMode="auto">
              <a:xfrm>
                <a:off x="6821488" y="6407150"/>
                <a:ext cx="52388" cy="76200"/>
              </a:xfrm>
              <a:custGeom>
                <a:avLst/>
                <a:gdLst>
                  <a:gd name="T0" fmla="*/ 0 w 16"/>
                  <a:gd name="T1" fmla="*/ 0 h 23"/>
                  <a:gd name="T2" fmla="*/ 0 w 16"/>
                  <a:gd name="T3" fmla="*/ 0 h 23"/>
                  <a:gd name="T4" fmla="*/ 15 w 16"/>
                  <a:gd name="T5" fmla="*/ 0 h 23"/>
                  <a:gd name="T6" fmla="*/ 16 w 16"/>
                  <a:gd name="T7" fmla="*/ 0 h 23"/>
                  <a:gd name="T8" fmla="*/ 16 w 16"/>
                  <a:gd name="T9" fmla="*/ 5 h 23"/>
                  <a:gd name="T10" fmla="*/ 15 w 16"/>
                  <a:gd name="T11" fmla="*/ 5 h 23"/>
                  <a:gd name="T12" fmla="*/ 6 w 16"/>
                  <a:gd name="T13" fmla="*/ 5 h 23"/>
                  <a:gd name="T14" fmla="*/ 6 w 16"/>
                  <a:gd name="T15" fmla="*/ 5 h 23"/>
                  <a:gd name="T16" fmla="*/ 6 w 16"/>
                  <a:gd name="T17" fmla="*/ 9 h 23"/>
                  <a:gd name="T18" fmla="*/ 6 w 16"/>
                  <a:gd name="T19" fmla="*/ 9 h 23"/>
                  <a:gd name="T20" fmla="*/ 14 w 16"/>
                  <a:gd name="T21" fmla="*/ 9 h 23"/>
                  <a:gd name="T22" fmla="*/ 14 w 16"/>
                  <a:gd name="T23" fmla="*/ 9 h 23"/>
                  <a:gd name="T24" fmla="*/ 14 w 16"/>
                  <a:gd name="T25" fmla="*/ 14 h 23"/>
                  <a:gd name="T26" fmla="*/ 14 w 16"/>
                  <a:gd name="T27" fmla="*/ 14 h 23"/>
                  <a:gd name="T28" fmla="*/ 6 w 16"/>
                  <a:gd name="T29" fmla="*/ 14 h 23"/>
                  <a:gd name="T30" fmla="*/ 6 w 16"/>
                  <a:gd name="T31" fmla="*/ 14 h 23"/>
                  <a:gd name="T32" fmla="*/ 6 w 16"/>
                  <a:gd name="T33" fmla="*/ 18 h 23"/>
                  <a:gd name="T34" fmla="*/ 6 w 16"/>
                  <a:gd name="T35" fmla="*/ 18 h 23"/>
                  <a:gd name="T36" fmla="*/ 15 w 16"/>
                  <a:gd name="T37" fmla="*/ 18 h 23"/>
                  <a:gd name="T38" fmla="*/ 16 w 16"/>
                  <a:gd name="T39" fmla="*/ 19 h 23"/>
                  <a:gd name="T40" fmla="*/ 16 w 16"/>
                  <a:gd name="T41" fmla="*/ 23 h 23"/>
                  <a:gd name="T42" fmla="*/ 15 w 16"/>
                  <a:gd name="T43" fmla="*/ 23 h 23"/>
                  <a:gd name="T44" fmla="*/ 0 w 16"/>
                  <a:gd name="T45" fmla="*/ 23 h 23"/>
                  <a:gd name="T46" fmla="*/ 0 w 16"/>
                  <a:gd name="T47" fmla="*/ 23 h 23"/>
                  <a:gd name="T48" fmla="*/ 0 w 16"/>
                  <a:gd name="T4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" h="2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5"/>
                      <a:pt x="16" y="5"/>
                      <a:pt x="15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3"/>
                      <a:pt x="16" y="23"/>
                      <a:pt x="15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54" name="Freeform 46"/>
              <p:cNvSpPr>
                <a:spLocks/>
              </p:cNvSpPr>
              <p:nvPr userDrawn="1"/>
            </p:nvSpPr>
            <p:spPr bwMode="auto">
              <a:xfrm>
                <a:off x="6899275" y="6407150"/>
                <a:ext cx="61913" cy="76200"/>
              </a:xfrm>
              <a:custGeom>
                <a:avLst/>
                <a:gdLst>
                  <a:gd name="T0" fmla="*/ 7 w 19"/>
                  <a:gd name="T1" fmla="*/ 23 h 23"/>
                  <a:gd name="T2" fmla="*/ 7 w 19"/>
                  <a:gd name="T3" fmla="*/ 23 h 23"/>
                  <a:gd name="T4" fmla="*/ 6 w 19"/>
                  <a:gd name="T5" fmla="*/ 23 h 23"/>
                  <a:gd name="T6" fmla="*/ 6 w 19"/>
                  <a:gd name="T7" fmla="*/ 23 h 23"/>
                  <a:gd name="T8" fmla="*/ 6 w 19"/>
                  <a:gd name="T9" fmla="*/ 23 h 23"/>
                  <a:gd name="T10" fmla="*/ 6 w 19"/>
                  <a:gd name="T11" fmla="*/ 6 h 23"/>
                  <a:gd name="T12" fmla="*/ 6 w 19"/>
                  <a:gd name="T13" fmla="*/ 5 h 23"/>
                  <a:gd name="T14" fmla="*/ 6 w 19"/>
                  <a:gd name="T15" fmla="*/ 5 h 23"/>
                  <a:gd name="T16" fmla="*/ 1 w 19"/>
                  <a:gd name="T17" fmla="*/ 5 h 23"/>
                  <a:gd name="T18" fmla="*/ 0 w 19"/>
                  <a:gd name="T19" fmla="*/ 5 h 23"/>
                  <a:gd name="T20" fmla="*/ 0 w 19"/>
                  <a:gd name="T21" fmla="*/ 5 h 23"/>
                  <a:gd name="T22" fmla="*/ 0 w 19"/>
                  <a:gd name="T23" fmla="*/ 5 h 23"/>
                  <a:gd name="T24" fmla="*/ 0 w 19"/>
                  <a:gd name="T25" fmla="*/ 5 h 23"/>
                  <a:gd name="T26" fmla="*/ 0 w 19"/>
                  <a:gd name="T27" fmla="*/ 5 h 23"/>
                  <a:gd name="T28" fmla="*/ 0 w 19"/>
                  <a:gd name="T29" fmla="*/ 0 h 23"/>
                  <a:gd name="T30" fmla="*/ 0 w 19"/>
                  <a:gd name="T31" fmla="*/ 0 h 23"/>
                  <a:gd name="T32" fmla="*/ 1 w 19"/>
                  <a:gd name="T33" fmla="*/ 0 h 23"/>
                  <a:gd name="T34" fmla="*/ 18 w 19"/>
                  <a:gd name="T35" fmla="*/ 0 h 23"/>
                  <a:gd name="T36" fmla="*/ 18 w 19"/>
                  <a:gd name="T37" fmla="*/ 0 h 23"/>
                  <a:gd name="T38" fmla="*/ 19 w 19"/>
                  <a:gd name="T39" fmla="*/ 0 h 23"/>
                  <a:gd name="T40" fmla="*/ 19 w 19"/>
                  <a:gd name="T41" fmla="*/ 0 h 23"/>
                  <a:gd name="T42" fmla="*/ 19 w 19"/>
                  <a:gd name="T43" fmla="*/ 5 h 23"/>
                  <a:gd name="T44" fmla="*/ 18 w 19"/>
                  <a:gd name="T45" fmla="*/ 5 h 23"/>
                  <a:gd name="T46" fmla="*/ 18 w 19"/>
                  <a:gd name="T47" fmla="*/ 5 h 23"/>
                  <a:gd name="T48" fmla="*/ 18 w 19"/>
                  <a:gd name="T49" fmla="*/ 5 h 23"/>
                  <a:gd name="T50" fmla="*/ 13 w 19"/>
                  <a:gd name="T51" fmla="*/ 5 h 23"/>
                  <a:gd name="T52" fmla="*/ 12 w 19"/>
                  <a:gd name="T53" fmla="*/ 5 h 23"/>
                  <a:gd name="T54" fmla="*/ 12 w 19"/>
                  <a:gd name="T55" fmla="*/ 6 h 23"/>
                  <a:gd name="T56" fmla="*/ 12 w 19"/>
                  <a:gd name="T57" fmla="*/ 6 h 23"/>
                  <a:gd name="T58" fmla="*/ 12 w 19"/>
                  <a:gd name="T59" fmla="*/ 23 h 23"/>
                  <a:gd name="T60" fmla="*/ 12 w 19"/>
                  <a:gd name="T61" fmla="*/ 23 h 23"/>
                  <a:gd name="T62" fmla="*/ 12 w 19"/>
                  <a:gd name="T63" fmla="*/ 23 h 23"/>
                  <a:gd name="T64" fmla="*/ 12 w 19"/>
                  <a:gd name="T65" fmla="*/ 23 h 23"/>
                  <a:gd name="T66" fmla="*/ 7 w 19"/>
                  <a:gd name="T6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9" h="23">
                    <a:moveTo>
                      <a:pt x="7" y="23"/>
                    </a:moveTo>
                    <a:cubicBezTo>
                      <a:pt x="7" y="23"/>
                      <a:pt x="7" y="23"/>
                      <a:pt x="7" y="23"/>
                    </a:cubicBezTo>
                    <a:cubicBezTo>
                      <a:pt x="7" y="23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6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5"/>
                      <a:pt x="19" y="5"/>
                      <a:pt x="18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2" y="5"/>
                      <a:pt x="12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2" y="23"/>
                      <a:pt x="12" y="23"/>
                    </a:cubicBezTo>
                    <a:lnTo>
                      <a:pt x="7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</p:grpSp>
        <p:grpSp>
          <p:nvGrpSpPr>
            <p:cNvPr id="33" name="Gruppe 32"/>
            <p:cNvGrpSpPr/>
            <p:nvPr userDrawn="1"/>
          </p:nvGrpSpPr>
          <p:grpSpPr>
            <a:xfrm>
              <a:off x="5880100" y="5659438"/>
              <a:ext cx="511175" cy="544512"/>
              <a:chOff x="5880100" y="5659438"/>
              <a:chExt cx="511175" cy="544512"/>
            </a:xfrm>
            <a:grpFill/>
          </p:grpSpPr>
          <p:sp>
            <p:nvSpPr>
              <p:cNvPr id="34" name="Freeform 47"/>
              <p:cNvSpPr>
                <a:spLocks/>
              </p:cNvSpPr>
              <p:nvPr userDrawn="1"/>
            </p:nvSpPr>
            <p:spPr bwMode="auto">
              <a:xfrm>
                <a:off x="6143625" y="5678488"/>
                <a:ext cx="247650" cy="496887"/>
              </a:xfrm>
              <a:custGeom>
                <a:avLst/>
                <a:gdLst>
                  <a:gd name="T0" fmla="*/ 76 w 76"/>
                  <a:gd name="T1" fmla="*/ 123 h 151"/>
                  <a:gd name="T2" fmla="*/ 60 w 76"/>
                  <a:gd name="T3" fmla="*/ 115 h 151"/>
                  <a:gd name="T4" fmla="*/ 45 w 76"/>
                  <a:gd name="T5" fmla="*/ 52 h 151"/>
                  <a:gd name="T6" fmla="*/ 53 w 76"/>
                  <a:gd name="T7" fmla="*/ 0 h 151"/>
                  <a:gd name="T8" fmla="*/ 53 w 76"/>
                  <a:gd name="T9" fmla="*/ 0 h 151"/>
                  <a:gd name="T10" fmla="*/ 30 w 76"/>
                  <a:gd name="T11" fmla="*/ 57 h 151"/>
                  <a:gd name="T12" fmla="*/ 44 w 76"/>
                  <a:gd name="T13" fmla="*/ 151 h 151"/>
                  <a:gd name="T14" fmla="*/ 76 w 76"/>
                  <a:gd name="T15" fmla="*/ 12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" h="151">
                    <a:moveTo>
                      <a:pt x="76" y="123"/>
                    </a:moveTo>
                    <a:cubicBezTo>
                      <a:pt x="72" y="121"/>
                      <a:pt x="68" y="119"/>
                      <a:pt x="60" y="115"/>
                    </a:cubicBezTo>
                    <a:cubicBezTo>
                      <a:pt x="40" y="103"/>
                      <a:pt x="34" y="84"/>
                      <a:pt x="45" y="52"/>
                    </a:cubicBezTo>
                    <a:cubicBezTo>
                      <a:pt x="52" y="33"/>
                      <a:pt x="55" y="17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2" y="21"/>
                      <a:pt x="44" y="34"/>
                      <a:pt x="30" y="57"/>
                    </a:cubicBezTo>
                    <a:cubicBezTo>
                      <a:pt x="0" y="105"/>
                      <a:pt x="30" y="140"/>
                      <a:pt x="44" y="151"/>
                    </a:cubicBezTo>
                    <a:cubicBezTo>
                      <a:pt x="57" y="144"/>
                      <a:pt x="68" y="135"/>
                      <a:pt x="76" y="1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35" name="Freeform 48"/>
              <p:cNvSpPr>
                <a:spLocks/>
              </p:cNvSpPr>
              <p:nvPr userDrawn="1"/>
            </p:nvSpPr>
            <p:spPr bwMode="auto">
              <a:xfrm>
                <a:off x="5997575" y="5665788"/>
                <a:ext cx="301625" cy="538162"/>
              </a:xfrm>
              <a:custGeom>
                <a:avLst/>
                <a:gdLst>
                  <a:gd name="T0" fmla="*/ 61 w 93"/>
                  <a:gd name="T1" fmla="*/ 59 h 164"/>
                  <a:gd name="T2" fmla="*/ 93 w 93"/>
                  <a:gd name="T3" fmla="*/ 1 h 164"/>
                  <a:gd name="T4" fmla="*/ 92 w 93"/>
                  <a:gd name="T5" fmla="*/ 0 h 164"/>
                  <a:gd name="T6" fmla="*/ 38 w 93"/>
                  <a:gd name="T7" fmla="*/ 58 h 164"/>
                  <a:gd name="T8" fmla="*/ 11 w 93"/>
                  <a:gd name="T9" fmla="*/ 154 h 164"/>
                  <a:gd name="T10" fmla="*/ 51 w 93"/>
                  <a:gd name="T11" fmla="*/ 164 h 164"/>
                  <a:gd name="T12" fmla="*/ 60 w 93"/>
                  <a:gd name="T13" fmla="*/ 163 h 164"/>
                  <a:gd name="T14" fmla="*/ 61 w 93"/>
                  <a:gd name="T15" fmla="*/ 59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" h="164">
                    <a:moveTo>
                      <a:pt x="61" y="59"/>
                    </a:moveTo>
                    <a:cubicBezTo>
                      <a:pt x="84" y="32"/>
                      <a:pt x="91" y="19"/>
                      <a:pt x="93" y="1"/>
                    </a:cubicBezTo>
                    <a:cubicBezTo>
                      <a:pt x="93" y="0"/>
                      <a:pt x="92" y="0"/>
                      <a:pt x="92" y="0"/>
                    </a:cubicBezTo>
                    <a:cubicBezTo>
                      <a:pt x="87" y="23"/>
                      <a:pt x="73" y="34"/>
                      <a:pt x="38" y="58"/>
                    </a:cubicBezTo>
                    <a:cubicBezTo>
                      <a:pt x="0" y="83"/>
                      <a:pt x="2" y="127"/>
                      <a:pt x="11" y="154"/>
                    </a:cubicBezTo>
                    <a:cubicBezTo>
                      <a:pt x="23" y="160"/>
                      <a:pt x="36" y="164"/>
                      <a:pt x="51" y="164"/>
                    </a:cubicBezTo>
                    <a:cubicBezTo>
                      <a:pt x="54" y="164"/>
                      <a:pt x="57" y="164"/>
                      <a:pt x="60" y="163"/>
                    </a:cubicBezTo>
                    <a:cubicBezTo>
                      <a:pt x="32" y="122"/>
                      <a:pt x="34" y="90"/>
                      <a:pt x="61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  <p:sp>
            <p:nvSpPr>
              <p:cNvPr id="36" name="Freeform 49"/>
              <p:cNvSpPr>
                <a:spLocks/>
              </p:cNvSpPr>
              <p:nvPr userDrawn="1"/>
            </p:nvSpPr>
            <p:spPr bwMode="auto">
              <a:xfrm>
                <a:off x="5880100" y="5659438"/>
                <a:ext cx="403225" cy="436562"/>
              </a:xfrm>
              <a:custGeom>
                <a:avLst/>
                <a:gdLst>
                  <a:gd name="T0" fmla="*/ 83 w 124"/>
                  <a:gd name="T1" fmla="*/ 41 h 133"/>
                  <a:gd name="T2" fmla="*/ 124 w 124"/>
                  <a:gd name="T3" fmla="*/ 0 h 133"/>
                  <a:gd name="T4" fmla="*/ 123 w 124"/>
                  <a:gd name="T5" fmla="*/ 0 h 133"/>
                  <a:gd name="T6" fmla="*/ 52 w 124"/>
                  <a:gd name="T7" fmla="*/ 32 h 133"/>
                  <a:gd name="T8" fmla="*/ 1 w 124"/>
                  <a:gd name="T9" fmla="*/ 64 h 133"/>
                  <a:gd name="T10" fmla="*/ 0 w 124"/>
                  <a:gd name="T11" fmla="*/ 79 h 133"/>
                  <a:gd name="T12" fmla="*/ 19 w 124"/>
                  <a:gd name="T13" fmla="*/ 133 h 133"/>
                  <a:gd name="T14" fmla="*/ 83 w 124"/>
                  <a:gd name="T15" fmla="*/ 41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133">
                    <a:moveTo>
                      <a:pt x="83" y="41"/>
                    </a:moveTo>
                    <a:cubicBezTo>
                      <a:pt x="108" y="30"/>
                      <a:pt x="120" y="13"/>
                      <a:pt x="124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12" y="23"/>
                      <a:pt x="90" y="27"/>
                      <a:pt x="52" y="32"/>
                    </a:cubicBezTo>
                    <a:cubicBezTo>
                      <a:pt x="29" y="35"/>
                      <a:pt x="12" y="48"/>
                      <a:pt x="1" y="64"/>
                    </a:cubicBezTo>
                    <a:cubicBezTo>
                      <a:pt x="0" y="69"/>
                      <a:pt x="0" y="74"/>
                      <a:pt x="0" y="79"/>
                    </a:cubicBezTo>
                    <a:cubicBezTo>
                      <a:pt x="0" y="99"/>
                      <a:pt x="7" y="118"/>
                      <a:pt x="19" y="133"/>
                    </a:cubicBezTo>
                    <a:cubicBezTo>
                      <a:pt x="18" y="68"/>
                      <a:pt x="52" y="54"/>
                      <a:pt x="83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a-DK"/>
              </a:p>
            </p:txBody>
          </p:sp>
        </p:grpSp>
      </p:grpSp>
      <p:sp>
        <p:nvSpPr>
          <p:cNvPr id="4" name="Pladsholder til tekst 3"/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2205038"/>
            <a:ext cx="4458495" cy="3600491"/>
          </a:xfrm>
        </p:spPr>
        <p:txBody>
          <a:bodyPr/>
          <a:lstStyle>
            <a:lvl1pPr marL="285750" indent="-285750">
              <a:buFontTx/>
              <a:buBlip>
                <a:blip r:embed="rId2"/>
              </a:buBlip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err="1"/>
              <a:t>Insert</a:t>
            </a:r>
            <a:r>
              <a:rPr lang="da-DK"/>
              <a:t> </a:t>
            </a:r>
            <a:r>
              <a:rPr lang="da-DK" err="1"/>
              <a:t>bullets</a:t>
            </a:r>
            <a:endParaRPr lang="da-DK"/>
          </a:p>
        </p:txBody>
      </p:sp>
      <p:sp>
        <p:nvSpPr>
          <p:cNvPr id="7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5270500" y="0"/>
            <a:ext cx="692150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56" name="Pladsholder til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3071813" y="6363837"/>
            <a:ext cx="1819117" cy="282204"/>
          </a:xfrm>
        </p:spPr>
        <p:txBody>
          <a:bodyPr tIns="0">
            <a:noAutofit/>
          </a:bodyPr>
          <a:lstStyle>
            <a:lvl1pPr marL="0" indent="0">
              <a:lnSpc>
                <a:spcPct val="100000"/>
              </a:lnSpc>
              <a:buNone/>
              <a:defRPr sz="600" b="1" spc="17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a-DK"/>
              <a:t>INSERT POWERPOINT- OR NAME OF DEPARTMENT</a:t>
            </a:r>
          </a:p>
        </p:txBody>
      </p:sp>
      <p:pic>
        <p:nvPicPr>
          <p:cNvPr id="55" name="Billed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8" y="6338917"/>
            <a:ext cx="1002541" cy="26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3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billeder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7427912" y="3418702"/>
            <a:ext cx="4764087" cy="343393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766763" y="657225"/>
            <a:ext cx="4542975" cy="1486727"/>
          </a:xfrm>
          <a:prstGeom prst="rect">
            <a:avLst/>
          </a:prstGeom>
        </p:spPr>
        <p:txBody>
          <a:bodyPr lIns="0" tIns="0"/>
          <a:lstStyle>
            <a:lvl1pPr>
              <a:defRPr sz="3600">
                <a:latin typeface="+mn-lt"/>
              </a:defRPr>
            </a:lvl1pPr>
          </a:lstStyle>
          <a:p>
            <a:r>
              <a:rPr lang="en-US"/>
              <a:t>KLIK HER FOR AT ÆNDRE TITEL</a:t>
            </a:r>
          </a:p>
        </p:txBody>
      </p:sp>
      <p:sp>
        <p:nvSpPr>
          <p:cNvPr id="7" name="Pladsholder til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766764" y="2205038"/>
            <a:ext cx="4542974" cy="3575409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600"/>
              </a:spcBef>
              <a:buFontTx/>
              <a:buBlip>
                <a:blip r:embed="rId2"/>
              </a:buBlip>
              <a:defRPr sz="1600" baseline="0"/>
            </a:lvl1pPr>
          </a:lstStyle>
          <a:p>
            <a:pPr lvl="0"/>
            <a:r>
              <a:rPr lang="da-DK"/>
              <a:t>Indsæt </a:t>
            </a:r>
            <a:r>
              <a:rPr lang="da-DK" err="1"/>
              <a:t>bullets</a:t>
            </a:r>
            <a:endParaRPr lang="da-DK"/>
          </a:p>
          <a:p>
            <a:pPr lvl="0"/>
            <a:endParaRPr lang="da-DK"/>
          </a:p>
          <a:p>
            <a:pPr lvl="0"/>
            <a:endParaRPr lang="da-DK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7427912" y="0"/>
            <a:ext cx="4764087" cy="3418702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2" name="Pladsholder til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3071813" y="6363837"/>
            <a:ext cx="1819117" cy="282204"/>
          </a:xfrm>
        </p:spPr>
        <p:txBody>
          <a:bodyPr tIns="0">
            <a:noAutofit/>
          </a:bodyPr>
          <a:lstStyle>
            <a:lvl1pPr marL="0" indent="0">
              <a:lnSpc>
                <a:spcPct val="100000"/>
              </a:lnSpc>
              <a:buNone/>
              <a:defRPr sz="600" b="1" spc="170" baseline="0">
                <a:latin typeface="+mn-lt"/>
              </a:defRPr>
            </a:lvl1pPr>
          </a:lstStyle>
          <a:p>
            <a:pPr lvl="0"/>
            <a:r>
              <a:rPr lang="da-DK"/>
              <a:t>INSERT POWERPOINT- OR NAME OF DEPARTMENT</a:t>
            </a:r>
          </a:p>
        </p:txBody>
      </p:sp>
    </p:spTree>
    <p:extLst>
      <p:ext uri="{BB962C8B-B14F-4D97-AF65-F5344CB8AC3E}">
        <p14:creationId xmlns:p14="http://schemas.microsoft.com/office/powerpoint/2010/main" val="61197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BIO.AAU.DK\Users\cakr\Desktop\Logo BIO\AAU_LOGO_RGB_UK.png">
            <a:extLst>
              <a:ext uri="{FF2B5EF4-FFF2-40B4-BE49-F238E27FC236}">
                <a16:creationId xmlns:a16="http://schemas.microsoft.com/office/drawing/2014/main" id="{540160A5-4B4C-A46E-E20F-5633A466F2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20935" y="5061773"/>
            <a:ext cx="1550127" cy="12809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0">
            <a:extLst>
              <a:ext uri="{FF2B5EF4-FFF2-40B4-BE49-F238E27FC236}">
                <a16:creationId xmlns:a16="http://schemas.microsoft.com/office/drawing/2014/main" id="{F428609F-A1F4-BCE7-EF22-BDFBD38CD1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506" y="5398121"/>
            <a:ext cx="2876469" cy="608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D0D8F8-79A0-C30E-C837-4A2222D0BA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1259" y="5332032"/>
            <a:ext cx="1619691" cy="669092"/>
          </a:xfrm>
          <a:prstGeom prst="rect">
            <a:avLst/>
          </a:prstGeom>
        </p:spPr>
      </p:pic>
      <p:sp>
        <p:nvSpPr>
          <p:cNvPr id="7" name="Tekstfelt 1">
            <a:extLst>
              <a:ext uri="{FF2B5EF4-FFF2-40B4-BE49-F238E27FC236}">
                <a16:creationId xmlns:a16="http://schemas.microsoft.com/office/drawing/2014/main" id="{A1176CDB-CE65-ED0C-4DAC-02A8778DA753}"/>
              </a:ext>
            </a:extLst>
          </p:cNvPr>
          <p:cNvSpPr txBox="1"/>
          <p:nvPr userDrawn="1"/>
        </p:nvSpPr>
        <p:spPr>
          <a:xfrm>
            <a:off x="4202252" y="3632150"/>
            <a:ext cx="3631828" cy="5425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Marie Riisgaard-Jensen</a:t>
            </a:r>
          </a:p>
        </p:txBody>
      </p:sp>
      <p:pic>
        <p:nvPicPr>
          <p:cNvPr id="8" name="Billede 2">
            <a:extLst>
              <a:ext uri="{FF2B5EF4-FFF2-40B4-BE49-F238E27FC236}">
                <a16:creationId xmlns:a16="http://schemas.microsoft.com/office/drawing/2014/main" id="{F6D932E3-7149-5DA7-BC7A-903DD040FEF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05453" y="2747054"/>
            <a:ext cx="3049448" cy="911190"/>
          </a:xfrm>
          <a:prstGeom prst="rect">
            <a:avLst/>
          </a:prstGeom>
        </p:spPr>
      </p:pic>
      <p:pic>
        <p:nvPicPr>
          <p:cNvPr id="9" name="Billede 3" descr="Et billede, der indeholder tekst&#10;&#10;Automatisk genereret beskrivelse">
            <a:extLst>
              <a:ext uri="{FF2B5EF4-FFF2-40B4-BE49-F238E27FC236}">
                <a16:creationId xmlns:a16="http://schemas.microsoft.com/office/drawing/2014/main" id="{D54EE8ED-9BE0-13D2-0A3B-BDD5EF22D90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2544" y="188640"/>
            <a:ext cx="1088921" cy="1017147"/>
          </a:xfrm>
          <a:prstGeom prst="rect">
            <a:avLst/>
          </a:prstGeom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C3ED35A2-4838-2839-DE00-89DAF1E32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43075" y="1667433"/>
            <a:ext cx="8705850" cy="790575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  <a:lvl2pPr marL="338138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EBE823-45EA-7621-9F6A-FE0A97BE52B3}"/>
              </a:ext>
            </a:extLst>
          </p:cNvPr>
          <p:cNvSpPr txBox="1"/>
          <p:nvPr userDrawn="1"/>
        </p:nvSpPr>
        <p:spPr>
          <a:xfrm>
            <a:off x="3844621" y="4202755"/>
            <a:ext cx="4425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1" i="0" u="none" strike="noStrike" kern="1200" cap="small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Center for </a:t>
            </a:r>
            <a:r>
              <a:rPr kumimoji="0" lang="da-DK" sz="2000" b="1" i="0" u="none" strike="noStrike" kern="1200" cap="small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Microbial</a:t>
            </a:r>
            <a:r>
              <a:rPr kumimoji="0" lang="da-DK" sz="2000" b="1" i="0" u="none" strike="noStrike" kern="1200" cap="small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Communities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small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 of </a:t>
            </a:r>
            <a:r>
              <a:rPr kumimoji="0" lang="da-DK" sz="1400" b="1" i="0" u="none" strike="noStrike" kern="1200" cap="small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Chemistry</a:t>
            </a:r>
            <a:r>
              <a:rPr kumimoji="0" lang="da-DK" sz="1400" b="1" i="0" u="none" strike="noStrike" kern="1200" cap="small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Bioscience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small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Aalborg University, Denmark</a:t>
            </a:r>
          </a:p>
        </p:txBody>
      </p:sp>
    </p:spTree>
    <p:extLst>
      <p:ext uri="{BB962C8B-B14F-4D97-AF65-F5344CB8AC3E}">
        <p14:creationId xmlns:p14="http://schemas.microsoft.com/office/powerpoint/2010/main" val="302082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3">
            <a:extLst>
              <a:ext uri="{FF2B5EF4-FFF2-40B4-BE49-F238E27FC236}">
                <a16:creationId xmlns:a16="http://schemas.microsoft.com/office/drawing/2014/main" id="{85D4DC25-DE1C-6CD9-E785-0ED47352E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3509" y="-842927"/>
            <a:ext cx="12257344" cy="9193007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A3CA829-72CB-1E91-0F75-8699093A2218}"/>
              </a:ext>
            </a:extLst>
          </p:cNvPr>
          <p:cNvSpPr txBox="1">
            <a:spLocks/>
          </p:cNvSpPr>
          <p:nvPr userDrawn="1"/>
        </p:nvSpPr>
        <p:spPr>
          <a:xfrm>
            <a:off x="1462227" y="2039037"/>
            <a:ext cx="10091597" cy="252028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1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300" baseline="0">
                <a:solidFill>
                  <a:schemeClr val="tx1"/>
                </a:solidFill>
                <a:latin typeface="Barlow" panose="00000500000000000000" pitchFamily="2" charset="0"/>
                <a:ea typeface="+mj-ea"/>
                <a:cs typeface="+mj-cs"/>
              </a:defRPr>
            </a:lvl1pPr>
          </a:lstStyle>
          <a:p>
            <a:endParaRPr lang="da-DK" sz="440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" name="Picture 2" descr="\\BIO.AAU.DK\Users\cakr\Desktop\Logo BIO\AAU_LOGO_RGB_UK.png">
            <a:extLst>
              <a:ext uri="{FF2B5EF4-FFF2-40B4-BE49-F238E27FC236}">
                <a16:creationId xmlns:a16="http://schemas.microsoft.com/office/drawing/2014/main" id="{B4F37E86-DA90-1541-0ED4-C3C7E9846B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87336" y="5546754"/>
            <a:ext cx="1282669" cy="105994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CCCCAA-9173-AA93-DACF-A5DCCE3957A0}"/>
              </a:ext>
            </a:extLst>
          </p:cNvPr>
          <p:cNvSpPr txBox="1"/>
          <p:nvPr userDrawn="1"/>
        </p:nvSpPr>
        <p:spPr>
          <a:xfrm>
            <a:off x="3915757" y="4599764"/>
            <a:ext cx="44258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4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Center for </a:t>
            </a:r>
            <a:r>
              <a:rPr kumimoji="0" lang="da-DK" sz="2400" b="1" i="0" u="none" strike="noStrike" kern="1200" cap="small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Microbial</a:t>
            </a:r>
            <a:r>
              <a:rPr kumimoji="0" lang="da-DK" sz="24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Communities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 of </a:t>
            </a:r>
            <a:r>
              <a:rPr kumimoji="0" lang="da-DK" sz="1600" b="1" i="0" u="none" strike="noStrike" kern="1200" cap="small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Chemistry</a:t>
            </a:r>
            <a:r>
              <a:rPr kumimoji="0" lang="da-DK" sz="16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Bioscience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Aalborg University, Denmark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CF51EF-1A35-B1B0-BEAD-5D2926DE7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9288" y="374650"/>
            <a:ext cx="1789112" cy="6477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0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874507B-DE96-020B-F083-EFA7A31C5B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43075" y="1707179"/>
            <a:ext cx="8705850" cy="790575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  <a:lvl2pPr marL="338138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97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5DC4-C47F-FCD8-56E2-EBE0A505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36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766763" y="2215710"/>
            <a:ext cx="6298513" cy="355973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2" name="Picture 2" descr="\\BIO.AAU.DK\Users\cakr\Desktop\Logo BIO\AAU_LOGO_RGB_UK.png">
            <a:extLst>
              <a:ext uri="{FF2B5EF4-FFF2-40B4-BE49-F238E27FC236}">
                <a16:creationId xmlns:a16="http://schemas.microsoft.com/office/drawing/2014/main" id="{A711D6EC-0148-E499-1674-4C06997E64E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503504" y="6454884"/>
            <a:ext cx="854248" cy="44127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2">
            <a:extLst>
              <a:ext uri="{FF2B5EF4-FFF2-40B4-BE49-F238E27FC236}">
                <a16:creationId xmlns:a16="http://schemas.microsoft.com/office/drawing/2014/main" id="{B38E1A92-FF05-FC2A-86D7-A23E0FD25020}"/>
              </a:ext>
            </a:extLst>
          </p:cNvPr>
          <p:cNvSpPr txBox="1"/>
          <p:nvPr userDrawn="1"/>
        </p:nvSpPr>
        <p:spPr>
          <a:xfrm>
            <a:off x="7685445" y="6543937"/>
            <a:ext cx="4128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0" i="0" u="none" strike="noStrike" kern="1200" cap="small" spc="0" normalizeH="0" baseline="0" noProof="0">
                <a:ln>
                  <a:noFill/>
                </a:ln>
                <a:solidFill>
                  <a:srgbClr val="211A52"/>
                </a:solidFill>
                <a:effectLst/>
                <a:uLnTx/>
                <a:uFillTx/>
                <a:latin typeface="Calibri" panose="020F0502020204030204"/>
                <a:ea typeface="ＭＳ Ｐゴシック" charset="-128"/>
                <a:cs typeface="+mn-cs"/>
              </a:rPr>
              <a:t>Center for </a:t>
            </a:r>
            <a:r>
              <a:rPr kumimoji="0" lang="da-DK" sz="1400" b="0" i="0" u="none" strike="noStrike" kern="1200" cap="small" spc="0" normalizeH="0" baseline="0" noProof="0" err="1">
                <a:ln>
                  <a:noFill/>
                </a:ln>
                <a:solidFill>
                  <a:srgbClr val="211A52"/>
                </a:solidFill>
                <a:effectLst/>
                <a:uLnTx/>
                <a:uFillTx/>
                <a:latin typeface="Calibri" panose="020F0502020204030204"/>
                <a:ea typeface="ＭＳ Ｐゴシック" charset="-128"/>
                <a:cs typeface="+mn-cs"/>
              </a:rPr>
              <a:t>Microbial</a:t>
            </a:r>
            <a:r>
              <a:rPr kumimoji="0" lang="da-DK" sz="1400" b="0" i="0" u="none" strike="noStrike" kern="1200" cap="small" spc="0" normalizeH="0" baseline="0" noProof="0">
                <a:ln>
                  <a:noFill/>
                </a:ln>
                <a:solidFill>
                  <a:srgbClr val="211A52"/>
                </a:solidFill>
                <a:effectLst/>
                <a:uLnTx/>
                <a:uFillTx/>
                <a:latin typeface="Calibri" panose="020F0502020204030204"/>
                <a:ea typeface="ＭＳ Ｐゴシック" charset="-128"/>
                <a:cs typeface="+mn-cs"/>
              </a:rPr>
              <a:t> Communities | Aalborg University</a:t>
            </a: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08" r:id="rId2"/>
    <p:sldLayoutId id="2147484057" r:id="rId3"/>
    <p:sldLayoutId id="2147484058" r:id="rId4"/>
    <p:sldLayoutId id="2147484020" r:id="rId5"/>
    <p:sldLayoutId id="2147484051" r:id="rId6"/>
    <p:sldLayoutId id="2147484032" r:id="rId7"/>
    <p:sldLayoutId id="2147484072" r:id="rId8"/>
    <p:sldLayoutId id="2147484073" r:id="rId9"/>
    <p:sldLayoutId id="2147484076" r:id="rId10"/>
  </p:sldLayoutIdLst>
  <p:hf hdr="0" ftr="0" dt="0"/>
  <p:txStyles>
    <p:titleStyle>
      <a:lvl1pPr algn="l" defTabSz="914318" rtl="0" eaLnBrk="1" latinLnBrk="0" hangingPunct="1">
        <a:lnSpc>
          <a:spcPct val="100000"/>
        </a:lnSpc>
        <a:spcBef>
          <a:spcPct val="0"/>
        </a:spcBef>
        <a:buNone/>
        <a:defRPr sz="3600" b="1" kern="1200" spc="300" baseline="0">
          <a:solidFill>
            <a:schemeClr val="tx1"/>
          </a:solidFill>
          <a:latin typeface="Barlow" panose="00000500000000000000" pitchFamily="2" charset="0"/>
          <a:ea typeface="+mj-ea"/>
          <a:cs typeface="+mj-cs"/>
        </a:defRPr>
      </a:lvl1pPr>
    </p:titleStyle>
    <p:bodyStyle>
      <a:lvl1pPr marL="285750" indent="-285750" algn="l" defTabSz="914318" rtl="0" eaLnBrk="1" latinLnBrk="0" hangingPunct="1">
        <a:lnSpc>
          <a:spcPct val="120000"/>
        </a:lnSpc>
        <a:spcBef>
          <a:spcPts val="1000"/>
        </a:spcBef>
        <a:buFontTx/>
        <a:buBlip>
          <a:blip r:embed="rId13"/>
        </a:buBlip>
        <a:defRPr sz="16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23888" indent="-285750" algn="l" defTabSz="914318" rtl="0" eaLnBrk="1" latinLnBrk="0" hangingPunct="1">
        <a:lnSpc>
          <a:spcPct val="120000"/>
        </a:lnSpc>
        <a:spcBef>
          <a:spcPts val="499"/>
        </a:spcBef>
        <a:buFontTx/>
        <a:buBlip>
          <a:blip r:embed="rId13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171450" algn="l" defTabSz="914318" rtl="0" eaLnBrk="1" latinLnBrk="0" hangingPunct="1">
        <a:lnSpc>
          <a:spcPct val="120000"/>
        </a:lnSpc>
        <a:spcBef>
          <a:spcPts val="499"/>
        </a:spcBef>
        <a:buFontTx/>
        <a:buBlip>
          <a:blip r:embed="rId14"/>
        </a:buBlip>
        <a:tabLst>
          <a:tab pos="898525" algn="l"/>
        </a:tabLst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1563" indent="-171450" algn="l" defTabSz="914318" rtl="0" eaLnBrk="1" latinLnBrk="0" hangingPunct="1">
        <a:lnSpc>
          <a:spcPct val="120000"/>
        </a:lnSpc>
        <a:spcBef>
          <a:spcPts val="499"/>
        </a:spcBef>
        <a:buFontTx/>
        <a:buBlip>
          <a:blip r:embed="rId14"/>
        </a:buBlip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071563" indent="-171450" algn="l" defTabSz="914318" rtl="0" eaLnBrk="1" latinLnBrk="0" hangingPunct="1">
        <a:lnSpc>
          <a:spcPct val="120000"/>
        </a:lnSpc>
        <a:spcBef>
          <a:spcPts val="499"/>
        </a:spcBef>
        <a:buFontTx/>
        <a:buBlip>
          <a:blip r:embed="rId14"/>
        </a:buBlip>
        <a:defRPr sz="1000" kern="1200" baseline="0">
          <a:solidFill>
            <a:schemeClr val="tx1">
              <a:alpha val="50000"/>
            </a:schemeClr>
          </a:solidFill>
          <a:latin typeface="+mn-lt"/>
          <a:ea typeface="+mn-ea"/>
          <a:cs typeface="+mn-cs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1935" userDrawn="1">
          <p15:clr>
            <a:srgbClr val="F26B43"/>
          </p15:clr>
        </p15:guide>
        <p15:guide id="1" orient="horz" pos="1389" userDrawn="1">
          <p15:clr>
            <a:srgbClr val="F26B43"/>
          </p15:clr>
        </p15:guide>
        <p15:guide id="28" pos="483" userDrawn="1">
          <p15:clr>
            <a:srgbClr val="F26B43"/>
          </p15:clr>
        </p15:guide>
        <p15:guide id="29" pos="7320" userDrawn="1">
          <p15:clr>
            <a:srgbClr val="F26B43"/>
          </p15:clr>
        </p15:guide>
        <p15:guide id="48" pos="1141" userDrawn="1">
          <p15:clr>
            <a:srgbClr val="F26B43"/>
          </p15:clr>
        </p15:guide>
        <p15:guide id="51" orient="horz" pos="414" userDrawn="1">
          <p15:clr>
            <a:srgbClr val="F26B43"/>
          </p15:clr>
        </p15:guide>
        <p15:guide id="52" pos="4339" userDrawn="1">
          <p15:clr>
            <a:srgbClr val="F26B43"/>
          </p15:clr>
        </p15:guide>
        <p15:guide id="53" pos="46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microsoft.com/office/2007/relationships/hdphoto" Target="../media/hdphoto2.wdp"/><Relationship Id="rId7" Type="http://schemas.openxmlformats.org/officeDocument/2006/relationships/image" Target="../media/image1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Relationship Id="rId5" Type="http://schemas.microsoft.com/office/2007/relationships/hdphoto" Target="../media/hdphoto3.wdp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Relationship Id="rId5" Type="http://schemas.microsoft.com/office/2007/relationships/hdphoto" Target="../media/hdphoto3.wdp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microsoft.com/office/2007/relationships/hdphoto" Target="../media/hdphoto3.wdp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c-aau/nanopore_16Samp" TargetMode="External"/><Relationship Id="rId2" Type="http://schemas.openxmlformats.org/officeDocument/2006/relationships/hyperlink" Target="https://github.com/KasperSkytte/snakemake_usearch" TargetMode="Externa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c-aau/nanopore_16Samp" TargetMode="External"/><Relationship Id="rId2" Type="http://schemas.openxmlformats.org/officeDocument/2006/relationships/hyperlink" Target="https://github.com/KasperSkytte/snakemake_usearch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1634066" y="1722262"/>
            <a:ext cx="8604726" cy="2082491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Improved Nanopore sequencing accuracy enables ASV-resolved microbial profiling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AEFC3-A43E-4010-F8BB-1138FC9063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F0F097-183F-420B-B0D8-A23EF73941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6123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DD64-19C8-A696-7561-54DD195D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9BEE-8E6A-CA04-3D3E-6DCCCDFC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Moving from Illumina to Nanopore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B9068A-9DA3-65E1-EB76-3237A68F7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081108"/>
              </p:ext>
            </p:extLst>
          </p:nvPr>
        </p:nvGraphicFramePr>
        <p:xfrm>
          <a:off x="330385" y="1456326"/>
          <a:ext cx="7246846" cy="29260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298515">
                  <a:extLst>
                    <a:ext uri="{9D8B030D-6E8A-4147-A177-3AD203B41FA5}">
                      <a16:colId xmlns:a16="http://schemas.microsoft.com/office/drawing/2014/main" val="264459650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34235276"/>
                    </a:ext>
                  </a:extLst>
                </a:gridCol>
                <a:gridCol w="2548031">
                  <a:extLst>
                    <a:ext uri="{9D8B030D-6E8A-4147-A177-3AD203B41FA5}">
                      <a16:colId xmlns:a16="http://schemas.microsoft.com/office/drawing/2014/main" val="3809991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Typical raw read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Approx. error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969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Illumina </a:t>
                      </a:r>
                      <a:r>
                        <a:rPr lang="en-US" noProof="0" dirty="0" err="1"/>
                        <a:t>MiSeq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99.8–99.9%+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0.1–0.2%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6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R9.4.1 (HAC)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94–97%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3–6%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402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R10.4.1 (HAC)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97–99%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1–3%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530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R10.4.1 (SUP)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99–99.75%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0.25–1%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615458"/>
                  </a:ext>
                </a:extLst>
              </a:tr>
            </a:tbl>
          </a:graphicData>
        </a:graphic>
      </p:graphicFrame>
      <p:sp>
        <p:nvSpPr>
          <p:cNvPr id="17" name="Oval 16">
            <a:extLst>
              <a:ext uri="{FF2B5EF4-FFF2-40B4-BE49-F238E27FC236}">
                <a16:creationId xmlns:a16="http://schemas.microsoft.com/office/drawing/2014/main" id="{A793B37F-37A3-5008-3F89-9CD70406C252}"/>
              </a:ext>
            </a:extLst>
          </p:cNvPr>
          <p:cNvSpPr/>
          <p:nvPr/>
        </p:nvSpPr>
        <p:spPr>
          <a:xfrm>
            <a:off x="8877887" y="2372139"/>
            <a:ext cx="873687" cy="8736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372FB14-8F3E-45FD-4C4D-6E5E49647DE4}"/>
              </a:ext>
            </a:extLst>
          </p:cNvPr>
          <p:cNvSpPr/>
          <p:nvPr/>
        </p:nvSpPr>
        <p:spPr>
          <a:xfrm>
            <a:off x="9633032" y="1828800"/>
            <a:ext cx="729103" cy="72910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EF9E18-8E76-CD20-3452-7D0A97D5D6B4}"/>
              </a:ext>
            </a:extLst>
          </p:cNvPr>
          <p:cNvSpPr/>
          <p:nvPr/>
        </p:nvSpPr>
        <p:spPr>
          <a:xfrm>
            <a:off x="10374907" y="4439470"/>
            <a:ext cx="728872" cy="7288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98B4C1-BB1D-A021-E9F0-23D8852DF240}"/>
              </a:ext>
            </a:extLst>
          </p:cNvPr>
          <p:cNvSpPr/>
          <p:nvPr/>
        </p:nvSpPr>
        <p:spPr>
          <a:xfrm>
            <a:off x="9181730" y="5112877"/>
            <a:ext cx="424797" cy="42479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6E33DA-3D9A-63CE-73BF-4E468041890E}"/>
              </a:ext>
            </a:extLst>
          </p:cNvPr>
          <p:cNvSpPr/>
          <p:nvPr/>
        </p:nvSpPr>
        <p:spPr>
          <a:xfrm>
            <a:off x="8087266" y="1161237"/>
            <a:ext cx="3688377" cy="49430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01C996-4D4F-6CAE-7F1E-87B4826C03FB}"/>
              </a:ext>
            </a:extLst>
          </p:cNvPr>
          <p:cNvSpPr txBox="1"/>
          <p:nvPr/>
        </p:nvSpPr>
        <p:spPr>
          <a:xfrm>
            <a:off x="8229497" y="1186071"/>
            <a:ext cx="3485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Sequences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03FB9DF-8B55-4E5A-A54B-304E5AB1AA8A}"/>
              </a:ext>
            </a:extLst>
          </p:cNvPr>
          <p:cNvSpPr/>
          <p:nvPr/>
        </p:nvSpPr>
        <p:spPr>
          <a:xfrm>
            <a:off x="10080569" y="3530576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FF83ABF-5465-C229-087C-6EED5F05E48E}"/>
              </a:ext>
            </a:extLst>
          </p:cNvPr>
          <p:cNvSpPr/>
          <p:nvPr/>
        </p:nvSpPr>
        <p:spPr>
          <a:xfrm>
            <a:off x="9682289" y="4087476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6F6B32-A7F2-57EF-A9F8-3B0B9A71ED1C}"/>
              </a:ext>
            </a:extLst>
          </p:cNvPr>
          <p:cNvGrpSpPr/>
          <p:nvPr/>
        </p:nvGrpSpPr>
        <p:grpSpPr>
          <a:xfrm>
            <a:off x="11177007" y="1813542"/>
            <a:ext cx="452322" cy="578569"/>
            <a:chOff x="7441192" y="1753906"/>
            <a:chExt cx="452322" cy="57856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2A2C69E-9388-3D6A-BDF6-0D6AC8D91F3B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5D2BD1C-3493-6848-A03D-DE683BD76C2E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353509C9-2217-94A9-957E-DE806D212CF3}"/>
              </a:ext>
            </a:extLst>
          </p:cNvPr>
          <p:cNvSpPr/>
          <p:nvPr/>
        </p:nvSpPr>
        <p:spPr>
          <a:xfrm>
            <a:off x="9473528" y="4869381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DB88050-6CB1-9825-19A6-CA70B9E17527}"/>
              </a:ext>
            </a:extLst>
          </p:cNvPr>
          <p:cNvGrpSpPr/>
          <p:nvPr/>
        </p:nvGrpSpPr>
        <p:grpSpPr>
          <a:xfrm>
            <a:off x="8703958" y="2160165"/>
            <a:ext cx="2621717" cy="3309465"/>
            <a:chOff x="4968143" y="2100529"/>
            <a:chExt cx="2621717" cy="330946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E07BD40-8614-0351-AA2E-0F426053F447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F4801DE-86AC-0822-8594-0C86ADAB4DDD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0D965C4-68F9-323E-8EF0-9CB57F6F3001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39912DA-C40E-AD3D-A1D1-C7EFF7BC0307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3DB4DAD-097A-8F3D-7D82-36F35558624E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A2BC2B6-C190-C3EE-7E42-7C4E9186D461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9C9733C6-4821-5091-6234-AB0C0738F576}"/>
              </a:ext>
            </a:extLst>
          </p:cNvPr>
          <p:cNvSpPr/>
          <p:nvPr/>
        </p:nvSpPr>
        <p:spPr>
          <a:xfrm>
            <a:off x="8555761" y="2796567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37E3F5E-9A39-747F-EAE9-3C6673987DF5}"/>
              </a:ext>
            </a:extLst>
          </p:cNvPr>
          <p:cNvSpPr/>
          <p:nvPr/>
        </p:nvSpPr>
        <p:spPr>
          <a:xfrm>
            <a:off x="9068220" y="3305654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49374BE-D213-6261-68A8-11DDD7F51406}"/>
              </a:ext>
            </a:extLst>
          </p:cNvPr>
          <p:cNvSpPr/>
          <p:nvPr/>
        </p:nvSpPr>
        <p:spPr>
          <a:xfrm>
            <a:off x="9723594" y="3049503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6336CA-88F9-AA98-0370-2E4BBDE49B03}"/>
              </a:ext>
            </a:extLst>
          </p:cNvPr>
          <p:cNvSpPr/>
          <p:nvPr/>
        </p:nvSpPr>
        <p:spPr>
          <a:xfrm>
            <a:off x="8478935" y="2392111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142932-899C-204A-7BA5-D0075090BA59}"/>
              </a:ext>
            </a:extLst>
          </p:cNvPr>
          <p:cNvSpPr/>
          <p:nvPr/>
        </p:nvSpPr>
        <p:spPr>
          <a:xfrm>
            <a:off x="9284275" y="20722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663BB5D-1F2A-E096-591F-AF0EC63DE30B}"/>
              </a:ext>
            </a:extLst>
          </p:cNvPr>
          <p:cNvSpPr/>
          <p:nvPr/>
        </p:nvSpPr>
        <p:spPr>
          <a:xfrm>
            <a:off x="9460632" y="17041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9E00682-D5CA-B56D-39A7-C57244C89D9E}"/>
              </a:ext>
            </a:extLst>
          </p:cNvPr>
          <p:cNvSpPr/>
          <p:nvPr/>
        </p:nvSpPr>
        <p:spPr>
          <a:xfrm>
            <a:off x="10403726" y="1876454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15CF07D-5615-3DDF-D181-5EB8CFDC7517}"/>
              </a:ext>
            </a:extLst>
          </p:cNvPr>
          <p:cNvSpPr/>
          <p:nvPr/>
        </p:nvSpPr>
        <p:spPr>
          <a:xfrm>
            <a:off x="10231326" y="51072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61EDB42-B984-2767-9C53-D48F58FB3B1F}"/>
              </a:ext>
            </a:extLst>
          </p:cNvPr>
          <p:cNvSpPr/>
          <p:nvPr/>
        </p:nvSpPr>
        <p:spPr>
          <a:xfrm>
            <a:off x="10443083" y="4127845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4280AE6-17E9-55A3-DB97-28D83978CB50}"/>
              </a:ext>
            </a:extLst>
          </p:cNvPr>
          <p:cNvSpPr/>
          <p:nvPr/>
        </p:nvSpPr>
        <p:spPr>
          <a:xfrm>
            <a:off x="11194866" y="4659283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3CEAAD2-A2F1-32A2-E616-5D8C6C49EFE1}"/>
              </a:ext>
            </a:extLst>
          </p:cNvPr>
          <p:cNvSpPr/>
          <p:nvPr/>
        </p:nvSpPr>
        <p:spPr>
          <a:xfrm>
            <a:off x="10941263" y="424240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675B8BD-D6AB-36A2-8C52-9AF2D1246C36}"/>
              </a:ext>
            </a:extLst>
          </p:cNvPr>
          <p:cNvSpPr/>
          <p:nvPr/>
        </p:nvSpPr>
        <p:spPr>
          <a:xfrm>
            <a:off x="10067746" y="47648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932EA6C-6E54-682E-A83D-BC2580A62AD2}"/>
              </a:ext>
            </a:extLst>
          </p:cNvPr>
          <p:cNvSpPr/>
          <p:nvPr/>
        </p:nvSpPr>
        <p:spPr>
          <a:xfrm>
            <a:off x="8960024" y="5537674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282401-A1E4-0DE0-57EC-B52517FCA96B}"/>
              </a:ext>
            </a:extLst>
          </p:cNvPr>
          <p:cNvSpPr txBox="1"/>
          <p:nvPr/>
        </p:nvSpPr>
        <p:spPr>
          <a:xfrm>
            <a:off x="2641600" y="5052995"/>
            <a:ext cx="914400" cy="914400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endParaRPr lang="en-US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BD821A-DFD6-7CE3-CFDA-F71700ECCC11}"/>
              </a:ext>
            </a:extLst>
          </p:cNvPr>
          <p:cNvSpPr txBox="1"/>
          <p:nvPr/>
        </p:nvSpPr>
        <p:spPr>
          <a:xfrm>
            <a:off x="4759278" y="5189898"/>
            <a:ext cx="914400" cy="914400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noProof="0" dirty="0"/>
              <a:t>Low chance of perfect reads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72A82C-C693-7C2B-ADC1-66A633643F84}"/>
              </a:ext>
            </a:extLst>
          </p:cNvPr>
          <p:cNvSpPr/>
          <p:nvPr/>
        </p:nvSpPr>
        <p:spPr>
          <a:xfrm>
            <a:off x="246810" y="3746503"/>
            <a:ext cx="7525590" cy="82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FD1B85-3641-A839-A04C-6C5868410442}"/>
              </a:ext>
            </a:extLst>
          </p:cNvPr>
          <p:cNvSpPr txBox="1"/>
          <p:nvPr/>
        </p:nvSpPr>
        <p:spPr>
          <a:xfrm>
            <a:off x="1198210" y="5080474"/>
            <a:ext cx="914400" cy="914400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noProof="0" dirty="0"/>
              <a:t>V1-V3 region ~500 bp</a:t>
            </a:r>
          </a:p>
          <a:p>
            <a:r>
              <a:rPr lang="en-US" noProof="0" dirty="0"/>
              <a:t>V1-V8 region ~1400 bp</a:t>
            </a:r>
          </a:p>
          <a:p>
            <a:r>
              <a:rPr lang="en-US" noProof="0" dirty="0"/>
              <a:t>Full operon &gt;4000 bp </a:t>
            </a:r>
          </a:p>
          <a:p>
            <a:r>
              <a:rPr lang="en-US" noProof="0" dirty="0"/>
              <a:t> 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804E7D2-5FE4-3B41-968A-CDC6B6F55115}"/>
              </a:ext>
            </a:extLst>
          </p:cNvPr>
          <p:cNvCxnSpPr/>
          <p:nvPr/>
        </p:nvCxnSpPr>
        <p:spPr>
          <a:xfrm>
            <a:off x="3663950" y="5353808"/>
            <a:ext cx="8255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6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5FC3-EFB7-0B1E-55C3-22C6CCA0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AF6B7-930E-307E-7830-086F2FCE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Moving from Illumina to Nanopore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CFFE11-FDE9-4F5B-156D-497FD4A49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265901"/>
              </p:ext>
            </p:extLst>
          </p:nvPr>
        </p:nvGraphicFramePr>
        <p:xfrm>
          <a:off x="330385" y="1456326"/>
          <a:ext cx="7246846" cy="29260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298515">
                  <a:extLst>
                    <a:ext uri="{9D8B030D-6E8A-4147-A177-3AD203B41FA5}">
                      <a16:colId xmlns:a16="http://schemas.microsoft.com/office/drawing/2014/main" val="264459650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34235276"/>
                    </a:ext>
                  </a:extLst>
                </a:gridCol>
                <a:gridCol w="2548031">
                  <a:extLst>
                    <a:ext uri="{9D8B030D-6E8A-4147-A177-3AD203B41FA5}">
                      <a16:colId xmlns:a16="http://schemas.microsoft.com/office/drawing/2014/main" val="3809991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Typical raw read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Approx. error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969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Illumina </a:t>
                      </a:r>
                      <a:r>
                        <a:rPr lang="en-US" noProof="0" dirty="0" err="1"/>
                        <a:t>MiSeq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99.8–99.9%+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0.1–0.2%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6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R9.4.1 (HAC)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94–97%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3–6%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402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R10.4.1 (HAC)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97–99%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1–3%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530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R10.4.1 (SUP)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99–99.75%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0.25–1%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615458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8B366C4-BEAC-1979-8FC0-AC6642B40C1A}"/>
              </a:ext>
            </a:extLst>
          </p:cNvPr>
          <p:cNvSpPr/>
          <p:nvPr/>
        </p:nvSpPr>
        <p:spPr>
          <a:xfrm>
            <a:off x="8087266" y="1161237"/>
            <a:ext cx="3688377" cy="49430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8F7F6-5C4F-2AFC-EF8D-FE8F855BFAAB}"/>
              </a:ext>
            </a:extLst>
          </p:cNvPr>
          <p:cNvSpPr txBox="1"/>
          <p:nvPr/>
        </p:nvSpPr>
        <p:spPr>
          <a:xfrm>
            <a:off x="8229497" y="1186071"/>
            <a:ext cx="3485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Sequences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1745C87-1C1A-6013-F5A8-037BB4AA80EF}"/>
              </a:ext>
            </a:extLst>
          </p:cNvPr>
          <p:cNvSpPr/>
          <p:nvPr/>
        </p:nvSpPr>
        <p:spPr>
          <a:xfrm>
            <a:off x="10080569" y="3530576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8D7E5EB-79B5-D777-7A30-58BB8CBCF546}"/>
              </a:ext>
            </a:extLst>
          </p:cNvPr>
          <p:cNvSpPr/>
          <p:nvPr/>
        </p:nvSpPr>
        <p:spPr>
          <a:xfrm>
            <a:off x="9682289" y="4087476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201458E-F5DD-D63B-BB5D-7ABC2B61F403}"/>
              </a:ext>
            </a:extLst>
          </p:cNvPr>
          <p:cNvGrpSpPr/>
          <p:nvPr/>
        </p:nvGrpSpPr>
        <p:grpSpPr>
          <a:xfrm>
            <a:off x="11177007" y="1813542"/>
            <a:ext cx="452322" cy="578569"/>
            <a:chOff x="7441192" y="1753906"/>
            <a:chExt cx="452322" cy="57856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CADC2ED-70D1-11CC-719F-AEAB09AAB7D9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8DCF7-5F55-1582-A4F5-95971BB9A761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B33B8FB3-8C88-FE0E-36A7-96F00E40C523}"/>
              </a:ext>
            </a:extLst>
          </p:cNvPr>
          <p:cNvSpPr/>
          <p:nvPr/>
        </p:nvSpPr>
        <p:spPr>
          <a:xfrm>
            <a:off x="9473528" y="4869381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8EFB3FA-68C8-59CC-E2BB-EB8B4378D825}"/>
              </a:ext>
            </a:extLst>
          </p:cNvPr>
          <p:cNvGrpSpPr/>
          <p:nvPr/>
        </p:nvGrpSpPr>
        <p:grpSpPr>
          <a:xfrm>
            <a:off x="8703958" y="2160165"/>
            <a:ext cx="2621717" cy="3309465"/>
            <a:chOff x="4968143" y="2100529"/>
            <a:chExt cx="2621717" cy="330946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6A5CA6A-D379-FAAF-210E-E73C022238A0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61006D6-BDB2-EC49-4ECD-19CA95193ADA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3EE1151-28E9-3540-842F-0BFC771BC0CB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78349BC-69EE-D8F8-38AA-240ADA21A5F0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C05735D-54CF-05A7-116A-B08E64885AE6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DAAE341-1DB0-38F1-6915-841662C0A20A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B93B6FDA-0ABB-06AE-CA24-F7692378C7E9}"/>
              </a:ext>
            </a:extLst>
          </p:cNvPr>
          <p:cNvSpPr/>
          <p:nvPr/>
        </p:nvSpPr>
        <p:spPr>
          <a:xfrm>
            <a:off x="8555761" y="2796567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D36A730-FF1E-0228-8AC6-2784CF4C5016}"/>
              </a:ext>
            </a:extLst>
          </p:cNvPr>
          <p:cNvSpPr/>
          <p:nvPr/>
        </p:nvSpPr>
        <p:spPr>
          <a:xfrm>
            <a:off x="9068220" y="3305654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B89A078-6D51-4BBC-AA4E-E7EE49120743}"/>
              </a:ext>
            </a:extLst>
          </p:cNvPr>
          <p:cNvSpPr/>
          <p:nvPr/>
        </p:nvSpPr>
        <p:spPr>
          <a:xfrm>
            <a:off x="9723594" y="3049503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DE9A3D6-9068-6123-CE70-43FB2782CDAA}"/>
              </a:ext>
            </a:extLst>
          </p:cNvPr>
          <p:cNvSpPr/>
          <p:nvPr/>
        </p:nvSpPr>
        <p:spPr>
          <a:xfrm>
            <a:off x="8478935" y="2392111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6A0BF4A-454C-47AA-26D8-C0DCFB4EE8BA}"/>
              </a:ext>
            </a:extLst>
          </p:cNvPr>
          <p:cNvSpPr/>
          <p:nvPr/>
        </p:nvSpPr>
        <p:spPr>
          <a:xfrm>
            <a:off x="9284275" y="20722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CAC381A-FF08-9E57-D27D-9EB54E743A99}"/>
              </a:ext>
            </a:extLst>
          </p:cNvPr>
          <p:cNvSpPr/>
          <p:nvPr/>
        </p:nvSpPr>
        <p:spPr>
          <a:xfrm>
            <a:off x="9460632" y="17041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4203BA6-A871-10E8-F3D2-9E5BAE154414}"/>
              </a:ext>
            </a:extLst>
          </p:cNvPr>
          <p:cNvSpPr/>
          <p:nvPr/>
        </p:nvSpPr>
        <p:spPr>
          <a:xfrm>
            <a:off x="10403726" y="1876454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74EC5FE-E0C5-868E-44C9-8E90769E7BB3}"/>
              </a:ext>
            </a:extLst>
          </p:cNvPr>
          <p:cNvSpPr/>
          <p:nvPr/>
        </p:nvSpPr>
        <p:spPr>
          <a:xfrm>
            <a:off x="10231326" y="51072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F04157-0634-E6FD-DC75-BBCD64908EE5}"/>
              </a:ext>
            </a:extLst>
          </p:cNvPr>
          <p:cNvSpPr/>
          <p:nvPr/>
        </p:nvSpPr>
        <p:spPr>
          <a:xfrm>
            <a:off x="10443083" y="4127845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0629590-6626-AAC9-F6C9-E272B0C15036}"/>
              </a:ext>
            </a:extLst>
          </p:cNvPr>
          <p:cNvSpPr/>
          <p:nvPr/>
        </p:nvSpPr>
        <p:spPr>
          <a:xfrm>
            <a:off x="11194866" y="4659283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4C6DE27-CCE3-9787-F2E2-B2F7E8B7634D}"/>
              </a:ext>
            </a:extLst>
          </p:cNvPr>
          <p:cNvSpPr/>
          <p:nvPr/>
        </p:nvSpPr>
        <p:spPr>
          <a:xfrm>
            <a:off x="10941263" y="424240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C4AF3C5-D3C9-A590-E3AB-AA56FBA8D990}"/>
              </a:ext>
            </a:extLst>
          </p:cNvPr>
          <p:cNvSpPr/>
          <p:nvPr/>
        </p:nvSpPr>
        <p:spPr>
          <a:xfrm>
            <a:off x="10067746" y="47648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39879B2-0767-1329-679B-A53E48D4B5DD}"/>
              </a:ext>
            </a:extLst>
          </p:cNvPr>
          <p:cNvSpPr/>
          <p:nvPr/>
        </p:nvSpPr>
        <p:spPr>
          <a:xfrm>
            <a:off x="8960024" y="5537674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C62F2B-0AA7-502D-CD7E-4FB047262914}"/>
              </a:ext>
            </a:extLst>
          </p:cNvPr>
          <p:cNvSpPr txBox="1"/>
          <p:nvPr/>
        </p:nvSpPr>
        <p:spPr>
          <a:xfrm>
            <a:off x="2641600" y="5052995"/>
            <a:ext cx="914400" cy="914400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endParaRPr lang="en-US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DEBF8F-366E-A1CE-0CD3-DBED369E0687}"/>
              </a:ext>
            </a:extLst>
          </p:cNvPr>
          <p:cNvSpPr txBox="1"/>
          <p:nvPr/>
        </p:nvSpPr>
        <p:spPr>
          <a:xfrm>
            <a:off x="1198210" y="5080474"/>
            <a:ext cx="914400" cy="914400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noProof="0" dirty="0"/>
              <a:t>V1-V3 region ~500 bp</a:t>
            </a:r>
          </a:p>
          <a:p>
            <a:r>
              <a:rPr lang="en-US" noProof="0" dirty="0"/>
              <a:t>V1-V8 region ~1400 bp</a:t>
            </a:r>
          </a:p>
          <a:p>
            <a:r>
              <a:rPr lang="en-US" noProof="0" dirty="0"/>
              <a:t>Full operon &gt;4000 bp </a:t>
            </a:r>
          </a:p>
          <a:p>
            <a:r>
              <a:rPr lang="en-US" noProof="0" dirty="0"/>
              <a:t>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691D94D-AEDC-6F5F-F9B3-D1CE6BC12F94}"/>
              </a:ext>
            </a:extLst>
          </p:cNvPr>
          <p:cNvCxnSpPr/>
          <p:nvPr/>
        </p:nvCxnSpPr>
        <p:spPr>
          <a:xfrm>
            <a:off x="3663950" y="5353808"/>
            <a:ext cx="8255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04371F2-1CB4-3F51-FECA-BEC6A8C945B4}"/>
              </a:ext>
            </a:extLst>
          </p:cNvPr>
          <p:cNvSpPr txBox="1"/>
          <p:nvPr/>
        </p:nvSpPr>
        <p:spPr>
          <a:xfrm>
            <a:off x="4759278" y="5189898"/>
            <a:ext cx="914400" cy="914400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noProof="0" dirty="0"/>
              <a:t>Low chance of perfect reads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5ED408-68D6-40C7-336A-2A78EA45DA53}"/>
              </a:ext>
            </a:extLst>
          </p:cNvPr>
          <p:cNvSpPr/>
          <p:nvPr/>
        </p:nvSpPr>
        <p:spPr>
          <a:xfrm>
            <a:off x="246810" y="3746503"/>
            <a:ext cx="7525590" cy="82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95E79-058E-1BA7-BFF5-DB2A58CD41D7}"/>
              </a:ext>
            </a:extLst>
          </p:cNvPr>
          <p:cNvSpPr txBox="1"/>
          <p:nvPr/>
        </p:nvSpPr>
        <p:spPr>
          <a:xfrm>
            <a:off x="8303376" y="3653092"/>
            <a:ext cx="3325953" cy="3678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noProof="0" dirty="0"/>
              <a:t>Recovery of 0 ASVs</a:t>
            </a:r>
          </a:p>
        </p:txBody>
      </p:sp>
    </p:spTree>
    <p:extLst>
      <p:ext uri="{BB962C8B-B14F-4D97-AF65-F5344CB8AC3E}">
        <p14:creationId xmlns:p14="http://schemas.microsoft.com/office/powerpoint/2010/main" val="140791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F124C-AAE2-2060-FE0A-78C7825C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481F-47D5-30AC-4BCF-2FB157CC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a mapping </a:t>
            </a:r>
            <a:r>
              <a:rPr lang="en-US" noProof="0" dirty="0" err="1"/>
              <a:t>approch</a:t>
            </a:r>
            <a:r>
              <a:rPr lang="en-US" noProof="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10D08A-90E9-3402-E5FD-5668058256ED}"/>
              </a:ext>
            </a:extLst>
          </p:cNvPr>
          <p:cNvSpPr/>
          <p:nvPr/>
        </p:nvSpPr>
        <p:spPr>
          <a:xfrm>
            <a:off x="8087266" y="1161237"/>
            <a:ext cx="3688377" cy="49430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E32C58-2C92-9D2F-F402-22C47E01BFDA}"/>
              </a:ext>
            </a:extLst>
          </p:cNvPr>
          <p:cNvSpPr txBox="1"/>
          <p:nvPr/>
        </p:nvSpPr>
        <p:spPr>
          <a:xfrm>
            <a:off x="8229497" y="1186071"/>
            <a:ext cx="3485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Sequences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D147E9-68D5-1F09-DE3D-BCCB76E32E8A}"/>
              </a:ext>
            </a:extLst>
          </p:cNvPr>
          <p:cNvSpPr/>
          <p:nvPr/>
        </p:nvSpPr>
        <p:spPr>
          <a:xfrm>
            <a:off x="10080569" y="3530576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B3C3D7-56C9-7743-8378-6C56E4F7B693}"/>
              </a:ext>
            </a:extLst>
          </p:cNvPr>
          <p:cNvSpPr/>
          <p:nvPr/>
        </p:nvSpPr>
        <p:spPr>
          <a:xfrm>
            <a:off x="9682289" y="4087476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3A62090-B090-853D-8A0F-038731F78786}"/>
              </a:ext>
            </a:extLst>
          </p:cNvPr>
          <p:cNvGrpSpPr/>
          <p:nvPr/>
        </p:nvGrpSpPr>
        <p:grpSpPr>
          <a:xfrm>
            <a:off x="11177007" y="1813542"/>
            <a:ext cx="452322" cy="578569"/>
            <a:chOff x="7441192" y="1753906"/>
            <a:chExt cx="452322" cy="57856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AA33DEB-8CD1-FDC2-205D-EE78FDB13830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06A142D-3807-8569-2531-4143088A82BE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459C1B69-E8B1-E811-8A9A-FB6E7A88D538}"/>
              </a:ext>
            </a:extLst>
          </p:cNvPr>
          <p:cNvSpPr/>
          <p:nvPr/>
        </p:nvSpPr>
        <p:spPr>
          <a:xfrm>
            <a:off x="9473528" y="4869381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48EFE65-ABA5-E647-DB2F-DED878DB6C99}"/>
              </a:ext>
            </a:extLst>
          </p:cNvPr>
          <p:cNvGrpSpPr/>
          <p:nvPr/>
        </p:nvGrpSpPr>
        <p:grpSpPr>
          <a:xfrm>
            <a:off x="8703958" y="2160165"/>
            <a:ext cx="2621717" cy="3309465"/>
            <a:chOff x="4968143" y="2100529"/>
            <a:chExt cx="2621717" cy="330946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84B0A2E-16BE-B9CF-1465-C83BD2FEDD66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A8FE926-D629-965B-4EE6-1B101FAF5DA7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138B7AE-FE77-976D-998D-6B049433FF46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0AA77FB-B37D-AAE5-18D5-4A36009079C4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B449212-A264-1C36-82C4-F36360AFED5E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CD1CE9A-9553-E89B-01E2-D52E35DC49B2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28E5A479-E6C5-8517-803B-31AE72A94333}"/>
              </a:ext>
            </a:extLst>
          </p:cNvPr>
          <p:cNvSpPr/>
          <p:nvPr/>
        </p:nvSpPr>
        <p:spPr>
          <a:xfrm>
            <a:off x="8555761" y="2796567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1B396D-9AC6-4837-8A9F-325F4569EAFB}"/>
              </a:ext>
            </a:extLst>
          </p:cNvPr>
          <p:cNvSpPr/>
          <p:nvPr/>
        </p:nvSpPr>
        <p:spPr>
          <a:xfrm>
            <a:off x="9068220" y="3305654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7F5D116-884C-E71B-EFF7-933E8858A181}"/>
              </a:ext>
            </a:extLst>
          </p:cNvPr>
          <p:cNvSpPr/>
          <p:nvPr/>
        </p:nvSpPr>
        <p:spPr>
          <a:xfrm>
            <a:off x="9723594" y="3049503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58F09A2-DB98-3EE8-6FF6-26B76380BCA7}"/>
              </a:ext>
            </a:extLst>
          </p:cNvPr>
          <p:cNvSpPr/>
          <p:nvPr/>
        </p:nvSpPr>
        <p:spPr>
          <a:xfrm>
            <a:off x="8478935" y="2392111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7C60679-455B-2C48-5447-331674A7F6AB}"/>
              </a:ext>
            </a:extLst>
          </p:cNvPr>
          <p:cNvSpPr/>
          <p:nvPr/>
        </p:nvSpPr>
        <p:spPr>
          <a:xfrm>
            <a:off x="9284275" y="20722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C89F095-3C34-823E-717B-8523D9168FDB}"/>
              </a:ext>
            </a:extLst>
          </p:cNvPr>
          <p:cNvSpPr/>
          <p:nvPr/>
        </p:nvSpPr>
        <p:spPr>
          <a:xfrm>
            <a:off x="9460632" y="17041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055ECBA-425B-3C4E-6C45-5CF233A03F20}"/>
              </a:ext>
            </a:extLst>
          </p:cNvPr>
          <p:cNvSpPr/>
          <p:nvPr/>
        </p:nvSpPr>
        <p:spPr>
          <a:xfrm>
            <a:off x="10403726" y="1876454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D7C327C-ED49-7D25-E4BC-CDC209DD3EFE}"/>
              </a:ext>
            </a:extLst>
          </p:cNvPr>
          <p:cNvSpPr/>
          <p:nvPr/>
        </p:nvSpPr>
        <p:spPr>
          <a:xfrm>
            <a:off x="10231326" y="51072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01A691E-0300-8647-50C5-BD56B65A2AA2}"/>
              </a:ext>
            </a:extLst>
          </p:cNvPr>
          <p:cNvSpPr/>
          <p:nvPr/>
        </p:nvSpPr>
        <p:spPr>
          <a:xfrm>
            <a:off x="10443083" y="4127845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58F827A-7002-6367-BD2A-CE77541D46EE}"/>
              </a:ext>
            </a:extLst>
          </p:cNvPr>
          <p:cNvSpPr/>
          <p:nvPr/>
        </p:nvSpPr>
        <p:spPr>
          <a:xfrm>
            <a:off x="11194866" y="4659283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1CED922-7CF1-5A60-F1B7-E87D638C6647}"/>
              </a:ext>
            </a:extLst>
          </p:cNvPr>
          <p:cNvSpPr/>
          <p:nvPr/>
        </p:nvSpPr>
        <p:spPr>
          <a:xfrm>
            <a:off x="10941263" y="424240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4DF2E74-0CA5-9547-729F-BFEAD3023E7B}"/>
              </a:ext>
            </a:extLst>
          </p:cNvPr>
          <p:cNvSpPr/>
          <p:nvPr/>
        </p:nvSpPr>
        <p:spPr>
          <a:xfrm>
            <a:off x="10067746" y="47648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7BA85E-FAFA-4546-430B-C022BF1F1D64}"/>
              </a:ext>
            </a:extLst>
          </p:cNvPr>
          <p:cNvSpPr/>
          <p:nvPr/>
        </p:nvSpPr>
        <p:spPr>
          <a:xfrm>
            <a:off x="8960024" y="5537674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81D5E-103A-A3EC-E62F-08D40BA90803}"/>
              </a:ext>
            </a:extLst>
          </p:cNvPr>
          <p:cNvSpPr txBox="1"/>
          <p:nvPr/>
        </p:nvSpPr>
        <p:spPr>
          <a:xfrm>
            <a:off x="8303376" y="3653092"/>
            <a:ext cx="3325953" cy="3678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noProof="0" dirty="0"/>
              <a:t>Recovery of 0 ASVs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5C51C9-995D-7E62-4FFD-14ADD5AB530A}"/>
              </a:ext>
            </a:extLst>
          </p:cNvPr>
          <p:cNvSpPr/>
          <p:nvPr/>
        </p:nvSpPr>
        <p:spPr>
          <a:xfrm>
            <a:off x="784013" y="1186071"/>
            <a:ext cx="3688377" cy="4943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63F672-60E7-E3D3-CA95-B29753C55942}"/>
              </a:ext>
            </a:extLst>
          </p:cNvPr>
          <p:cNvSpPr txBox="1"/>
          <p:nvPr/>
        </p:nvSpPr>
        <p:spPr>
          <a:xfrm>
            <a:off x="784014" y="1186071"/>
            <a:ext cx="3345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/>
              <a:t>Database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747431B-1781-8219-6F4C-0B797323ECAE}"/>
              </a:ext>
            </a:extLst>
          </p:cNvPr>
          <p:cNvCxnSpPr>
            <a:cxnSpLocks/>
          </p:cNvCxnSpPr>
          <p:nvPr/>
        </p:nvCxnSpPr>
        <p:spPr>
          <a:xfrm flipH="1">
            <a:off x="5092700" y="3653092"/>
            <a:ext cx="2057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D578ADB-AF59-0D80-FD67-DC64F0C586CE}"/>
              </a:ext>
            </a:extLst>
          </p:cNvPr>
          <p:cNvSpPr txBox="1"/>
          <p:nvPr/>
        </p:nvSpPr>
        <p:spPr>
          <a:xfrm>
            <a:off x="5395604" y="3826907"/>
            <a:ext cx="2066203" cy="830997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the sequences to a database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60285BD-8B05-9CF5-3263-FA5B56AE4FEF}"/>
              </a:ext>
            </a:extLst>
          </p:cNvPr>
          <p:cNvSpPr/>
          <p:nvPr/>
        </p:nvSpPr>
        <p:spPr>
          <a:xfrm>
            <a:off x="1387386" y="2565541"/>
            <a:ext cx="540000" cy="540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15C83D2-5FFF-97B2-2757-BEB4B4D2F7C2}"/>
              </a:ext>
            </a:extLst>
          </p:cNvPr>
          <p:cNvSpPr/>
          <p:nvPr/>
        </p:nvSpPr>
        <p:spPr>
          <a:xfrm>
            <a:off x="2142531" y="2022202"/>
            <a:ext cx="540000" cy="5400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0C75420-3D97-70EF-6333-0E1BC6BF17A3}"/>
              </a:ext>
            </a:extLst>
          </p:cNvPr>
          <p:cNvSpPr/>
          <p:nvPr/>
        </p:nvSpPr>
        <p:spPr>
          <a:xfrm>
            <a:off x="2942781" y="4632332"/>
            <a:ext cx="540000" cy="5400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20F8514-9238-2EE8-9FD8-A004FC6C3C66}"/>
              </a:ext>
            </a:extLst>
          </p:cNvPr>
          <p:cNvSpPr/>
          <p:nvPr/>
        </p:nvSpPr>
        <p:spPr>
          <a:xfrm>
            <a:off x="1550839" y="5143296"/>
            <a:ext cx="540000" cy="540000"/>
          </a:xfrm>
          <a:prstGeom prst="ellipse">
            <a:avLst/>
          </a:prstGeom>
          <a:solidFill>
            <a:srgbClr val="92D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F0E6B3C-C1DC-458A-C79D-C48CA713B6C2}"/>
              </a:ext>
            </a:extLst>
          </p:cNvPr>
          <p:cNvSpPr/>
          <p:nvPr/>
        </p:nvSpPr>
        <p:spPr>
          <a:xfrm>
            <a:off x="3932391" y="1696742"/>
            <a:ext cx="540000" cy="540000"/>
          </a:xfrm>
          <a:prstGeom prst="ellipse">
            <a:avLst/>
          </a:prstGeom>
          <a:solidFill>
            <a:srgbClr val="FFFF0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571F028-9DE6-109B-13D5-343F98EDCBC1}"/>
              </a:ext>
            </a:extLst>
          </p:cNvPr>
          <p:cNvSpPr/>
          <p:nvPr/>
        </p:nvSpPr>
        <p:spPr>
          <a:xfrm>
            <a:off x="4704413" y="5606306"/>
            <a:ext cx="540000" cy="540000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DCD72F-D4F0-1BEE-40C7-A50129313BBA}"/>
              </a:ext>
            </a:extLst>
          </p:cNvPr>
          <p:cNvSpPr txBox="1"/>
          <p:nvPr/>
        </p:nvSpPr>
        <p:spPr>
          <a:xfrm>
            <a:off x="5345148" y="5614689"/>
            <a:ext cx="1713113" cy="553998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Sequences in the database</a:t>
            </a:r>
          </a:p>
        </p:txBody>
      </p:sp>
    </p:spTree>
    <p:extLst>
      <p:ext uri="{BB962C8B-B14F-4D97-AF65-F5344CB8AC3E}">
        <p14:creationId xmlns:p14="http://schemas.microsoft.com/office/powerpoint/2010/main" val="60020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E586-E67B-D81D-58BC-80A3002E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2211-5816-9C1D-AF07-809E3536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a mapping </a:t>
            </a:r>
            <a:r>
              <a:rPr lang="en-US" noProof="0" dirty="0" err="1"/>
              <a:t>approch</a:t>
            </a:r>
            <a:r>
              <a:rPr lang="en-US" noProof="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0B727A-068F-3A70-FF05-A31A61B0C06B}"/>
              </a:ext>
            </a:extLst>
          </p:cNvPr>
          <p:cNvSpPr/>
          <p:nvPr/>
        </p:nvSpPr>
        <p:spPr>
          <a:xfrm>
            <a:off x="8087266" y="1161237"/>
            <a:ext cx="3688377" cy="49430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847B0D-528E-6D69-E2FA-2B4B4082AEF2}"/>
              </a:ext>
            </a:extLst>
          </p:cNvPr>
          <p:cNvSpPr txBox="1"/>
          <p:nvPr/>
        </p:nvSpPr>
        <p:spPr>
          <a:xfrm>
            <a:off x="8229497" y="1186071"/>
            <a:ext cx="3485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Sequences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64190C7-E635-917B-5358-9D009BA454CC}"/>
              </a:ext>
            </a:extLst>
          </p:cNvPr>
          <p:cNvSpPr/>
          <p:nvPr/>
        </p:nvSpPr>
        <p:spPr>
          <a:xfrm>
            <a:off x="10080569" y="3530576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E8181B-3692-70D2-F07B-A9787AB34F61}"/>
              </a:ext>
            </a:extLst>
          </p:cNvPr>
          <p:cNvSpPr/>
          <p:nvPr/>
        </p:nvSpPr>
        <p:spPr>
          <a:xfrm>
            <a:off x="9682289" y="4087476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7FBB209-B584-674A-838D-FF8EA3E7FCEE}"/>
              </a:ext>
            </a:extLst>
          </p:cNvPr>
          <p:cNvGrpSpPr/>
          <p:nvPr/>
        </p:nvGrpSpPr>
        <p:grpSpPr>
          <a:xfrm>
            <a:off x="11177007" y="1813542"/>
            <a:ext cx="452322" cy="578569"/>
            <a:chOff x="7441192" y="1753906"/>
            <a:chExt cx="452322" cy="57856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C52D245-D74E-21FB-EB53-AE13F94D3A67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7270190-0DB0-59B1-AA0C-9B7965E6F7AF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1A752B52-20D3-3F42-7D1D-4AFC322CA2EA}"/>
              </a:ext>
            </a:extLst>
          </p:cNvPr>
          <p:cNvSpPr/>
          <p:nvPr/>
        </p:nvSpPr>
        <p:spPr>
          <a:xfrm>
            <a:off x="9473528" y="4869381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EE23D01-AA5C-0983-B8DD-CB56AEE5578C}"/>
              </a:ext>
            </a:extLst>
          </p:cNvPr>
          <p:cNvGrpSpPr/>
          <p:nvPr/>
        </p:nvGrpSpPr>
        <p:grpSpPr>
          <a:xfrm>
            <a:off x="8703958" y="2160165"/>
            <a:ext cx="2621717" cy="3309465"/>
            <a:chOff x="4968143" y="2100529"/>
            <a:chExt cx="2621717" cy="330946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484FB50-E82D-6CD7-AF93-95A0738F98E9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35E6082-60EC-03BC-A628-D5CB7BE922ED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CD9D3F9-1A40-C9ED-3EBF-47700AE4CDAA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6AC5540-3AC9-E84C-52E2-B1C45928D1AC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F62571A-10FF-3FC5-EA3B-9EA1D773FDE6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B8AA55E-597D-D3E2-C2B0-A38029043D12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38BCB764-09DD-1B8A-8FA6-7F60B4AB290D}"/>
              </a:ext>
            </a:extLst>
          </p:cNvPr>
          <p:cNvSpPr/>
          <p:nvPr/>
        </p:nvSpPr>
        <p:spPr>
          <a:xfrm>
            <a:off x="8555761" y="2796567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E6BA93-440D-1BC9-A0E2-40DD9FFC7C20}"/>
              </a:ext>
            </a:extLst>
          </p:cNvPr>
          <p:cNvSpPr/>
          <p:nvPr/>
        </p:nvSpPr>
        <p:spPr>
          <a:xfrm>
            <a:off x="9068220" y="3305654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A97677-EC03-2731-768A-18F0AA1517DA}"/>
              </a:ext>
            </a:extLst>
          </p:cNvPr>
          <p:cNvSpPr/>
          <p:nvPr/>
        </p:nvSpPr>
        <p:spPr>
          <a:xfrm>
            <a:off x="9723594" y="3049503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3B8680F-798C-5477-90B7-F0FBCADE44EF}"/>
              </a:ext>
            </a:extLst>
          </p:cNvPr>
          <p:cNvSpPr/>
          <p:nvPr/>
        </p:nvSpPr>
        <p:spPr>
          <a:xfrm>
            <a:off x="8478935" y="2392111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1694569-FFC9-5135-DDF5-3F7193ED66DB}"/>
              </a:ext>
            </a:extLst>
          </p:cNvPr>
          <p:cNvSpPr/>
          <p:nvPr/>
        </p:nvSpPr>
        <p:spPr>
          <a:xfrm>
            <a:off x="9284275" y="20722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C66209B-A052-707E-1E5E-B1B7392CB0DC}"/>
              </a:ext>
            </a:extLst>
          </p:cNvPr>
          <p:cNvSpPr/>
          <p:nvPr/>
        </p:nvSpPr>
        <p:spPr>
          <a:xfrm>
            <a:off x="9460632" y="17041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DA9F05E-970D-0B25-D8CF-772AD05193E1}"/>
              </a:ext>
            </a:extLst>
          </p:cNvPr>
          <p:cNvSpPr/>
          <p:nvPr/>
        </p:nvSpPr>
        <p:spPr>
          <a:xfrm>
            <a:off x="10403726" y="1876454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C7FAFD1-E829-D664-82E0-8DFDFB46833B}"/>
              </a:ext>
            </a:extLst>
          </p:cNvPr>
          <p:cNvSpPr/>
          <p:nvPr/>
        </p:nvSpPr>
        <p:spPr>
          <a:xfrm>
            <a:off x="10231326" y="51072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956B903-54D2-609D-AB25-C91E848562FA}"/>
              </a:ext>
            </a:extLst>
          </p:cNvPr>
          <p:cNvSpPr/>
          <p:nvPr/>
        </p:nvSpPr>
        <p:spPr>
          <a:xfrm>
            <a:off x="10443083" y="4127845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EAE4A8B-83F5-0579-56DD-7358E3118381}"/>
              </a:ext>
            </a:extLst>
          </p:cNvPr>
          <p:cNvSpPr/>
          <p:nvPr/>
        </p:nvSpPr>
        <p:spPr>
          <a:xfrm>
            <a:off x="11194866" y="4659283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9C3CEEE-E312-A56A-E0D0-EB322C91ECC2}"/>
              </a:ext>
            </a:extLst>
          </p:cNvPr>
          <p:cNvSpPr/>
          <p:nvPr/>
        </p:nvSpPr>
        <p:spPr>
          <a:xfrm>
            <a:off x="10941263" y="424240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172D76D-8E1D-1278-4BD2-FF9E19BC330B}"/>
              </a:ext>
            </a:extLst>
          </p:cNvPr>
          <p:cNvSpPr/>
          <p:nvPr/>
        </p:nvSpPr>
        <p:spPr>
          <a:xfrm>
            <a:off x="10067746" y="47648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D578E32-333B-96F2-B47D-092DFCA1E8D2}"/>
              </a:ext>
            </a:extLst>
          </p:cNvPr>
          <p:cNvSpPr/>
          <p:nvPr/>
        </p:nvSpPr>
        <p:spPr>
          <a:xfrm>
            <a:off x="8960024" y="5537674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85E81-5121-AA2B-1BF3-B6E5590F1944}"/>
              </a:ext>
            </a:extLst>
          </p:cNvPr>
          <p:cNvSpPr txBox="1"/>
          <p:nvPr/>
        </p:nvSpPr>
        <p:spPr>
          <a:xfrm>
            <a:off x="8303376" y="3653092"/>
            <a:ext cx="3325953" cy="3678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noProof="0" dirty="0"/>
              <a:t>Recovery of 0 ASVs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29514A-D3DE-79E2-192C-EAFFB69B9D4B}"/>
              </a:ext>
            </a:extLst>
          </p:cNvPr>
          <p:cNvSpPr/>
          <p:nvPr/>
        </p:nvSpPr>
        <p:spPr>
          <a:xfrm>
            <a:off x="784013" y="1186071"/>
            <a:ext cx="3688377" cy="4943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01D2D-3C24-9F6B-AB2B-FD944C9EC252}"/>
              </a:ext>
            </a:extLst>
          </p:cNvPr>
          <p:cNvSpPr txBox="1"/>
          <p:nvPr/>
        </p:nvSpPr>
        <p:spPr>
          <a:xfrm>
            <a:off x="784014" y="1186071"/>
            <a:ext cx="3345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/>
              <a:t>Database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E9C7347-DC17-52C3-384E-736EF28B6069}"/>
              </a:ext>
            </a:extLst>
          </p:cNvPr>
          <p:cNvCxnSpPr>
            <a:cxnSpLocks/>
          </p:cNvCxnSpPr>
          <p:nvPr/>
        </p:nvCxnSpPr>
        <p:spPr>
          <a:xfrm flipH="1">
            <a:off x="5092700" y="3653092"/>
            <a:ext cx="2057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71C2BFE-FFC6-8299-0F0B-4634128847CD}"/>
              </a:ext>
            </a:extLst>
          </p:cNvPr>
          <p:cNvSpPr txBox="1"/>
          <p:nvPr/>
        </p:nvSpPr>
        <p:spPr>
          <a:xfrm>
            <a:off x="5395604" y="3826907"/>
            <a:ext cx="2066203" cy="830997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the sequences to a database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B55D5A2-41E2-F615-C265-1F43E4F00E11}"/>
              </a:ext>
            </a:extLst>
          </p:cNvPr>
          <p:cNvSpPr/>
          <p:nvPr/>
        </p:nvSpPr>
        <p:spPr>
          <a:xfrm>
            <a:off x="2552213" y="3607591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B97B2A9-1B83-5A2B-517C-056B01D32A58}"/>
              </a:ext>
            </a:extLst>
          </p:cNvPr>
          <p:cNvSpPr/>
          <p:nvPr/>
        </p:nvSpPr>
        <p:spPr>
          <a:xfrm>
            <a:off x="2153933" y="4164491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A582844-09DC-FE6E-AAFC-725938B6540A}"/>
              </a:ext>
            </a:extLst>
          </p:cNvPr>
          <p:cNvGrpSpPr/>
          <p:nvPr/>
        </p:nvGrpSpPr>
        <p:grpSpPr>
          <a:xfrm>
            <a:off x="3648651" y="1890557"/>
            <a:ext cx="452322" cy="578569"/>
            <a:chOff x="7441192" y="1753906"/>
            <a:chExt cx="452322" cy="578569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12E0C3F-4B74-10C3-23E7-032C74F3F1DC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F4C34E6-2E7F-A68E-A73F-8FDDE25D2436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80E3E622-FAAD-5975-E5EB-A365856135CD}"/>
              </a:ext>
            </a:extLst>
          </p:cNvPr>
          <p:cNvSpPr/>
          <p:nvPr/>
        </p:nvSpPr>
        <p:spPr>
          <a:xfrm>
            <a:off x="1945172" y="4946396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57D4E9F-6BC6-FE31-676A-70409EDB3392}"/>
              </a:ext>
            </a:extLst>
          </p:cNvPr>
          <p:cNvGrpSpPr/>
          <p:nvPr/>
        </p:nvGrpSpPr>
        <p:grpSpPr>
          <a:xfrm>
            <a:off x="1175602" y="2237180"/>
            <a:ext cx="2621717" cy="3309465"/>
            <a:chOff x="4968143" y="2100529"/>
            <a:chExt cx="2621717" cy="330946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D5FA819-4D41-7EDA-EE18-9DEF1A4D9FC5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7AD48F6-D603-2C64-5908-E94273F6710E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3DA41FC-A230-3411-76BF-302D18B8E9D0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EF6E5B8-AE58-CE86-72DF-BDA2BAC10282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79879A96-9640-F8A3-2D9E-F42F1EE3279F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F9C155B-1149-2427-FDF8-4BA78BDB8846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9" name="Oval 78">
            <a:extLst>
              <a:ext uri="{FF2B5EF4-FFF2-40B4-BE49-F238E27FC236}">
                <a16:creationId xmlns:a16="http://schemas.microsoft.com/office/drawing/2014/main" id="{8A8EC63F-5035-71C7-EF97-B8895FB3B7A8}"/>
              </a:ext>
            </a:extLst>
          </p:cNvPr>
          <p:cNvSpPr/>
          <p:nvPr/>
        </p:nvSpPr>
        <p:spPr>
          <a:xfrm>
            <a:off x="1027405" y="2873582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B9E1A26-1C9F-BB76-9B7D-65B75249D984}"/>
              </a:ext>
            </a:extLst>
          </p:cNvPr>
          <p:cNvSpPr/>
          <p:nvPr/>
        </p:nvSpPr>
        <p:spPr>
          <a:xfrm>
            <a:off x="1539864" y="3382669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BEFBAE5-F6FA-BFCF-D9FF-5B7277135C6A}"/>
              </a:ext>
            </a:extLst>
          </p:cNvPr>
          <p:cNvSpPr/>
          <p:nvPr/>
        </p:nvSpPr>
        <p:spPr>
          <a:xfrm>
            <a:off x="2195238" y="3126518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A76C76B-C0AD-0021-76D3-9410EC554EE1}"/>
              </a:ext>
            </a:extLst>
          </p:cNvPr>
          <p:cNvSpPr/>
          <p:nvPr/>
        </p:nvSpPr>
        <p:spPr>
          <a:xfrm>
            <a:off x="950579" y="2469126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EAE3FE8-A7C0-6AB7-EFCC-E6F5F8041C17}"/>
              </a:ext>
            </a:extLst>
          </p:cNvPr>
          <p:cNvSpPr/>
          <p:nvPr/>
        </p:nvSpPr>
        <p:spPr>
          <a:xfrm>
            <a:off x="1755919" y="21493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15EA9D0-DF3D-6955-D273-1BEFE25D474A}"/>
              </a:ext>
            </a:extLst>
          </p:cNvPr>
          <p:cNvSpPr/>
          <p:nvPr/>
        </p:nvSpPr>
        <p:spPr>
          <a:xfrm>
            <a:off x="1932276" y="17812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C9AEDB9-8DD5-3B96-EBA0-FDC7997B48CA}"/>
              </a:ext>
            </a:extLst>
          </p:cNvPr>
          <p:cNvSpPr/>
          <p:nvPr/>
        </p:nvSpPr>
        <p:spPr>
          <a:xfrm>
            <a:off x="2875370" y="1953469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52735E3-EBF1-E93F-68EF-740A632B1B19}"/>
              </a:ext>
            </a:extLst>
          </p:cNvPr>
          <p:cNvSpPr/>
          <p:nvPr/>
        </p:nvSpPr>
        <p:spPr>
          <a:xfrm>
            <a:off x="2702970" y="51842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8862444-2F62-A5DF-E3C3-AE7EEE6A3388}"/>
              </a:ext>
            </a:extLst>
          </p:cNvPr>
          <p:cNvSpPr/>
          <p:nvPr/>
        </p:nvSpPr>
        <p:spPr>
          <a:xfrm>
            <a:off x="2914727" y="4204860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C974C92-71BA-AC20-C839-2B8A55318F07}"/>
              </a:ext>
            </a:extLst>
          </p:cNvPr>
          <p:cNvSpPr/>
          <p:nvPr/>
        </p:nvSpPr>
        <p:spPr>
          <a:xfrm>
            <a:off x="3666510" y="4736298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85E0806-77D8-9443-EE86-5C7C838A780E}"/>
              </a:ext>
            </a:extLst>
          </p:cNvPr>
          <p:cNvSpPr/>
          <p:nvPr/>
        </p:nvSpPr>
        <p:spPr>
          <a:xfrm>
            <a:off x="3412907" y="431942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6FCCA94-4975-98EF-DDDA-BA2681A9D3C9}"/>
              </a:ext>
            </a:extLst>
          </p:cNvPr>
          <p:cNvSpPr/>
          <p:nvPr/>
        </p:nvSpPr>
        <p:spPr>
          <a:xfrm>
            <a:off x="2539390" y="48418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37FA742F-F352-FAC7-F831-FB7314A6945F}"/>
              </a:ext>
            </a:extLst>
          </p:cNvPr>
          <p:cNvSpPr/>
          <p:nvPr/>
        </p:nvSpPr>
        <p:spPr>
          <a:xfrm>
            <a:off x="1431668" y="5614689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9983350-C4B7-C52D-864E-8E77AA048DD3}"/>
              </a:ext>
            </a:extLst>
          </p:cNvPr>
          <p:cNvSpPr/>
          <p:nvPr/>
        </p:nvSpPr>
        <p:spPr>
          <a:xfrm>
            <a:off x="1390599" y="4662072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2CDE01-2759-24D9-A53F-72E5375B8FBD}"/>
              </a:ext>
            </a:extLst>
          </p:cNvPr>
          <p:cNvSpPr/>
          <p:nvPr/>
        </p:nvSpPr>
        <p:spPr>
          <a:xfrm>
            <a:off x="2344060" y="5445898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B886F0-2C15-F247-0BAC-3F46654E1152}"/>
              </a:ext>
            </a:extLst>
          </p:cNvPr>
          <p:cNvSpPr/>
          <p:nvPr/>
        </p:nvSpPr>
        <p:spPr>
          <a:xfrm>
            <a:off x="819537" y="5216387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D2CED2-2A7E-19C7-68E6-7178CCA227C8}"/>
              </a:ext>
            </a:extLst>
          </p:cNvPr>
          <p:cNvSpPr/>
          <p:nvPr/>
        </p:nvSpPr>
        <p:spPr>
          <a:xfrm>
            <a:off x="3403765" y="4987155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2F3B6D-24E2-E143-A9E5-D81FCEB7377C}"/>
              </a:ext>
            </a:extLst>
          </p:cNvPr>
          <p:cNvSpPr/>
          <p:nvPr/>
        </p:nvSpPr>
        <p:spPr>
          <a:xfrm>
            <a:off x="3808284" y="4224866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0EB637-3C92-71BC-789E-9A3B34A70545}"/>
              </a:ext>
            </a:extLst>
          </p:cNvPr>
          <p:cNvSpPr/>
          <p:nvPr/>
        </p:nvSpPr>
        <p:spPr>
          <a:xfrm>
            <a:off x="2775566" y="4047547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9172B1-1BCD-E831-6A7C-E94B338873E8}"/>
              </a:ext>
            </a:extLst>
          </p:cNvPr>
          <p:cNvSpPr/>
          <p:nvPr/>
        </p:nvSpPr>
        <p:spPr>
          <a:xfrm>
            <a:off x="3658127" y="3017132"/>
            <a:ext cx="540000" cy="540000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E0CAE2-31D3-D06F-24ED-03076A4DD888}"/>
              </a:ext>
            </a:extLst>
          </p:cNvPr>
          <p:cNvSpPr/>
          <p:nvPr/>
        </p:nvSpPr>
        <p:spPr>
          <a:xfrm>
            <a:off x="2291524" y="2572318"/>
            <a:ext cx="540000" cy="540000"/>
          </a:xfrm>
          <a:prstGeom prst="ellipse">
            <a:avLst/>
          </a:prstGeom>
          <a:solidFill>
            <a:schemeClr val="tx2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793B9B0-C97C-AFDB-722E-9369F8896C45}"/>
              </a:ext>
            </a:extLst>
          </p:cNvPr>
          <p:cNvSpPr/>
          <p:nvPr/>
        </p:nvSpPr>
        <p:spPr>
          <a:xfrm>
            <a:off x="1064638" y="3520479"/>
            <a:ext cx="540000" cy="540000"/>
          </a:xfrm>
          <a:prstGeom prst="ellipse">
            <a:avLst/>
          </a:prstGeom>
          <a:solidFill>
            <a:schemeClr val="accent1">
              <a:lumMod val="5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6C1F0F-ED8B-D195-6652-46309F232558}"/>
              </a:ext>
            </a:extLst>
          </p:cNvPr>
          <p:cNvSpPr/>
          <p:nvPr/>
        </p:nvSpPr>
        <p:spPr>
          <a:xfrm>
            <a:off x="1320964" y="1675086"/>
            <a:ext cx="540000" cy="540000"/>
          </a:xfrm>
          <a:prstGeom prst="ellipse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C85DFC-C619-16A5-6916-35283D53EFA6}"/>
              </a:ext>
            </a:extLst>
          </p:cNvPr>
          <p:cNvSpPr/>
          <p:nvPr/>
        </p:nvSpPr>
        <p:spPr>
          <a:xfrm>
            <a:off x="4704413" y="5606306"/>
            <a:ext cx="540000" cy="540000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F22095-32D4-3572-2917-D4804BC29507}"/>
              </a:ext>
            </a:extLst>
          </p:cNvPr>
          <p:cNvSpPr txBox="1"/>
          <p:nvPr/>
        </p:nvSpPr>
        <p:spPr>
          <a:xfrm>
            <a:off x="5345148" y="5614689"/>
            <a:ext cx="1713113" cy="553998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Sequences in the database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91D040B-6915-CCB9-1BF9-A27DFD89FCE4}"/>
              </a:ext>
            </a:extLst>
          </p:cNvPr>
          <p:cNvSpPr/>
          <p:nvPr/>
        </p:nvSpPr>
        <p:spPr>
          <a:xfrm>
            <a:off x="3932391" y="1696742"/>
            <a:ext cx="540000" cy="540000"/>
          </a:xfrm>
          <a:prstGeom prst="ellipse">
            <a:avLst/>
          </a:prstGeom>
          <a:solidFill>
            <a:srgbClr val="FFFF0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FD7662C-C2F4-71D5-7FC6-041B0A42EBA0}"/>
              </a:ext>
            </a:extLst>
          </p:cNvPr>
          <p:cNvSpPr/>
          <p:nvPr/>
        </p:nvSpPr>
        <p:spPr>
          <a:xfrm>
            <a:off x="1387386" y="2565541"/>
            <a:ext cx="540000" cy="540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A563A8E-9EDF-804B-A1C5-4376CC603CA0}"/>
              </a:ext>
            </a:extLst>
          </p:cNvPr>
          <p:cNvSpPr/>
          <p:nvPr/>
        </p:nvSpPr>
        <p:spPr>
          <a:xfrm>
            <a:off x="2142531" y="2022202"/>
            <a:ext cx="540000" cy="5400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D69A048-08CB-BD12-FBE3-D2BF4F7AC18D}"/>
              </a:ext>
            </a:extLst>
          </p:cNvPr>
          <p:cNvSpPr/>
          <p:nvPr/>
        </p:nvSpPr>
        <p:spPr>
          <a:xfrm>
            <a:off x="2942781" y="4632332"/>
            <a:ext cx="540000" cy="5400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96E531C-2752-4B7D-3D32-DFACF8023B1A}"/>
              </a:ext>
            </a:extLst>
          </p:cNvPr>
          <p:cNvSpPr/>
          <p:nvPr/>
        </p:nvSpPr>
        <p:spPr>
          <a:xfrm>
            <a:off x="1550839" y="5143296"/>
            <a:ext cx="540000" cy="540000"/>
          </a:xfrm>
          <a:prstGeom prst="ellipse">
            <a:avLst/>
          </a:prstGeom>
          <a:solidFill>
            <a:srgbClr val="92D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732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17995-7D21-3561-7E84-B77C514E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val 58">
            <a:extLst>
              <a:ext uri="{FF2B5EF4-FFF2-40B4-BE49-F238E27FC236}">
                <a16:creationId xmlns:a16="http://schemas.microsoft.com/office/drawing/2014/main" id="{AC9B7A16-B304-9680-BECA-62DFD00A5CEC}"/>
              </a:ext>
            </a:extLst>
          </p:cNvPr>
          <p:cNvSpPr/>
          <p:nvPr/>
        </p:nvSpPr>
        <p:spPr>
          <a:xfrm>
            <a:off x="2142531" y="2022202"/>
            <a:ext cx="540000" cy="5400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61028-BFA4-575A-1C94-2031E86C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a mapping </a:t>
            </a:r>
            <a:r>
              <a:rPr lang="en-US" noProof="0" dirty="0" err="1"/>
              <a:t>approch</a:t>
            </a:r>
            <a:r>
              <a:rPr lang="en-US" noProof="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2B49CA-618A-8DD5-B5E6-040C1533DDF6}"/>
              </a:ext>
            </a:extLst>
          </p:cNvPr>
          <p:cNvSpPr/>
          <p:nvPr/>
        </p:nvSpPr>
        <p:spPr>
          <a:xfrm>
            <a:off x="8087266" y="1161237"/>
            <a:ext cx="3688377" cy="49430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FF1F67-73D8-DC35-B73F-F9BF60FAEE59}"/>
              </a:ext>
            </a:extLst>
          </p:cNvPr>
          <p:cNvSpPr txBox="1"/>
          <p:nvPr/>
        </p:nvSpPr>
        <p:spPr>
          <a:xfrm>
            <a:off x="8229497" y="1186071"/>
            <a:ext cx="3485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Sequences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83D64F3-AE3E-0BB9-DD2F-3C2C2D7094EB}"/>
              </a:ext>
            </a:extLst>
          </p:cNvPr>
          <p:cNvSpPr/>
          <p:nvPr/>
        </p:nvSpPr>
        <p:spPr>
          <a:xfrm>
            <a:off x="10080569" y="3530576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B4F59B8-72A2-8A08-1B3C-7483D4E9FE4B}"/>
              </a:ext>
            </a:extLst>
          </p:cNvPr>
          <p:cNvSpPr/>
          <p:nvPr/>
        </p:nvSpPr>
        <p:spPr>
          <a:xfrm>
            <a:off x="9682289" y="4087476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C1595B-5FAF-09F1-A21D-241AD963AA19}"/>
              </a:ext>
            </a:extLst>
          </p:cNvPr>
          <p:cNvGrpSpPr/>
          <p:nvPr/>
        </p:nvGrpSpPr>
        <p:grpSpPr>
          <a:xfrm>
            <a:off x="11177007" y="1813542"/>
            <a:ext cx="452322" cy="578569"/>
            <a:chOff x="7441192" y="1753906"/>
            <a:chExt cx="452322" cy="57856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186B33F-803F-19D2-D9AA-5BE9074D0FD4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C68F112-BA1F-430D-8F85-406446F68E05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B0F183DA-17A7-D115-5075-2A2F5A0743BC}"/>
              </a:ext>
            </a:extLst>
          </p:cNvPr>
          <p:cNvSpPr/>
          <p:nvPr/>
        </p:nvSpPr>
        <p:spPr>
          <a:xfrm>
            <a:off x="9473528" y="4869381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9BE6EB-CDB3-EDD4-4FDE-54A743F66473}"/>
              </a:ext>
            </a:extLst>
          </p:cNvPr>
          <p:cNvGrpSpPr/>
          <p:nvPr/>
        </p:nvGrpSpPr>
        <p:grpSpPr>
          <a:xfrm>
            <a:off x="8703958" y="2160165"/>
            <a:ext cx="2621717" cy="3309465"/>
            <a:chOff x="4968143" y="2100529"/>
            <a:chExt cx="2621717" cy="330946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62F42F5-A543-FDE9-ABDA-D6D3C3C28781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55F930A-ECF2-1930-AAFB-72524B6AD521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6B8E0A6-48F4-C1BD-3FED-D55B9E2337C1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6253830-F127-7916-B659-B46F1799CAEF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3F20C1A-F128-E505-D0BD-7CEE345DC94A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0A7531E-05CA-F4D0-0532-E1D08CEC0D05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9E6EA32C-20F9-35FF-F0E3-8BD5D90E2B75}"/>
              </a:ext>
            </a:extLst>
          </p:cNvPr>
          <p:cNvSpPr/>
          <p:nvPr/>
        </p:nvSpPr>
        <p:spPr>
          <a:xfrm>
            <a:off x="8555761" y="2796567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1A1FC2B-FC21-5D1A-DD3D-860FAE0BF928}"/>
              </a:ext>
            </a:extLst>
          </p:cNvPr>
          <p:cNvSpPr/>
          <p:nvPr/>
        </p:nvSpPr>
        <p:spPr>
          <a:xfrm>
            <a:off x="9068220" y="3305654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ABC19E6-5385-9EFD-5F2F-ABD2F4434595}"/>
              </a:ext>
            </a:extLst>
          </p:cNvPr>
          <p:cNvSpPr/>
          <p:nvPr/>
        </p:nvSpPr>
        <p:spPr>
          <a:xfrm>
            <a:off x="9723594" y="3049503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333A3AE-E790-3DA0-DA40-27AE25990377}"/>
              </a:ext>
            </a:extLst>
          </p:cNvPr>
          <p:cNvSpPr/>
          <p:nvPr/>
        </p:nvSpPr>
        <p:spPr>
          <a:xfrm>
            <a:off x="8478935" y="2392111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E0AC972-D3CA-9F49-D697-612CE965747A}"/>
              </a:ext>
            </a:extLst>
          </p:cNvPr>
          <p:cNvSpPr/>
          <p:nvPr/>
        </p:nvSpPr>
        <p:spPr>
          <a:xfrm>
            <a:off x="9284275" y="20722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02C76A7-D240-A83B-3958-C2A78DA79AD9}"/>
              </a:ext>
            </a:extLst>
          </p:cNvPr>
          <p:cNvSpPr/>
          <p:nvPr/>
        </p:nvSpPr>
        <p:spPr>
          <a:xfrm>
            <a:off x="9460632" y="17041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0183209-E507-FB4B-D086-4B7C47CC93A5}"/>
              </a:ext>
            </a:extLst>
          </p:cNvPr>
          <p:cNvSpPr/>
          <p:nvPr/>
        </p:nvSpPr>
        <p:spPr>
          <a:xfrm>
            <a:off x="10403726" y="1876454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1E383C1-A273-B901-B05B-573C391D525F}"/>
              </a:ext>
            </a:extLst>
          </p:cNvPr>
          <p:cNvSpPr/>
          <p:nvPr/>
        </p:nvSpPr>
        <p:spPr>
          <a:xfrm>
            <a:off x="10231326" y="51072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72B1235-B715-54E7-1D3D-91896D648C77}"/>
              </a:ext>
            </a:extLst>
          </p:cNvPr>
          <p:cNvSpPr/>
          <p:nvPr/>
        </p:nvSpPr>
        <p:spPr>
          <a:xfrm>
            <a:off x="10443083" y="4127845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3C3D9D4-8C93-4365-B9A0-9772C5F382E1}"/>
              </a:ext>
            </a:extLst>
          </p:cNvPr>
          <p:cNvSpPr/>
          <p:nvPr/>
        </p:nvSpPr>
        <p:spPr>
          <a:xfrm>
            <a:off x="11194866" y="4659283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7D77D0A-A012-7B01-2D69-5B2D2B700D06}"/>
              </a:ext>
            </a:extLst>
          </p:cNvPr>
          <p:cNvSpPr/>
          <p:nvPr/>
        </p:nvSpPr>
        <p:spPr>
          <a:xfrm>
            <a:off x="10941263" y="424240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F83252D-18D0-1645-64DB-5619576C622C}"/>
              </a:ext>
            </a:extLst>
          </p:cNvPr>
          <p:cNvSpPr/>
          <p:nvPr/>
        </p:nvSpPr>
        <p:spPr>
          <a:xfrm>
            <a:off x="10067746" y="47648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E7A34E5-63B9-2DF4-F97F-9F0682C040E8}"/>
              </a:ext>
            </a:extLst>
          </p:cNvPr>
          <p:cNvSpPr/>
          <p:nvPr/>
        </p:nvSpPr>
        <p:spPr>
          <a:xfrm>
            <a:off x="8960024" y="5537674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DA259-7CC3-AD42-2C0E-EA050D6F9356}"/>
              </a:ext>
            </a:extLst>
          </p:cNvPr>
          <p:cNvSpPr txBox="1"/>
          <p:nvPr/>
        </p:nvSpPr>
        <p:spPr>
          <a:xfrm>
            <a:off x="8303376" y="3653092"/>
            <a:ext cx="3325953" cy="3678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noProof="0" dirty="0"/>
              <a:t>Recovery of 0 ASVs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ADE2CA-9923-F497-7139-FFD58B8B1068}"/>
              </a:ext>
            </a:extLst>
          </p:cNvPr>
          <p:cNvSpPr/>
          <p:nvPr/>
        </p:nvSpPr>
        <p:spPr>
          <a:xfrm>
            <a:off x="784013" y="1186071"/>
            <a:ext cx="3688377" cy="4943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2EC178-A73A-1FAB-8A67-5F2562B5E71C}"/>
              </a:ext>
            </a:extLst>
          </p:cNvPr>
          <p:cNvSpPr txBox="1"/>
          <p:nvPr/>
        </p:nvSpPr>
        <p:spPr>
          <a:xfrm>
            <a:off x="784014" y="1186071"/>
            <a:ext cx="3345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/>
              <a:t>Database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B0E433-28A2-2FC6-7777-42BF3E14FF46}"/>
              </a:ext>
            </a:extLst>
          </p:cNvPr>
          <p:cNvCxnSpPr>
            <a:cxnSpLocks/>
          </p:cNvCxnSpPr>
          <p:nvPr/>
        </p:nvCxnSpPr>
        <p:spPr>
          <a:xfrm flipH="1">
            <a:off x="5092700" y="3653092"/>
            <a:ext cx="2057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FA39C2A-0FA8-B26F-B4A8-628E356AB8ED}"/>
              </a:ext>
            </a:extLst>
          </p:cNvPr>
          <p:cNvSpPr txBox="1"/>
          <p:nvPr/>
        </p:nvSpPr>
        <p:spPr>
          <a:xfrm>
            <a:off x="5395604" y="3826907"/>
            <a:ext cx="2066203" cy="830997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the sequences to a database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3A9F948-6FF7-4C8D-F361-9A4742CD8DF5}"/>
              </a:ext>
            </a:extLst>
          </p:cNvPr>
          <p:cNvSpPr/>
          <p:nvPr/>
        </p:nvSpPr>
        <p:spPr>
          <a:xfrm>
            <a:off x="2552213" y="3607591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50F8BD9-0809-5336-7843-1909E1A09CB7}"/>
              </a:ext>
            </a:extLst>
          </p:cNvPr>
          <p:cNvSpPr/>
          <p:nvPr/>
        </p:nvSpPr>
        <p:spPr>
          <a:xfrm>
            <a:off x="2153933" y="4164491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7363367-7D78-0C99-BED2-6F9168E882A0}"/>
              </a:ext>
            </a:extLst>
          </p:cNvPr>
          <p:cNvGrpSpPr/>
          <p:nvPr/>
        </p:nvGrpSpPr>
        <p:grpSpPr>
          <a:xfrm>
            <a:off x="3648651" y="1890557"/>
            <a:ext cx="452322" cy="578569"/>
            <a:chOff x="7441192" y="1753906"/>
            <a:chExt cx="452322" cy="578569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8433E59-4CAD-70E2-CA7F-84882AD7E9B8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9F684FA-8DF1-585A-88B5-A09707984D63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D0B5AAC6-FFDA-0D78-CD76-AD0FE6544A9E}"/>
              </a:ext>
            </a:extLst>
          </p:cNvPr>
          <p:cNvSpPr/>
          <p:nvPr/>
        </p:nvSpPr>
        <p:spPr>
          <a:xfrm>
            <a:off x="1945172" y="4946396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E595ED6-D2EC-0930-1190-F3370FCA3C3E}"/>
              </a:ext>
            </a:extLst>
          </p:cNvPr>
          <p:cNvGrpSpPr/>
          <p:nvPr/>
        </p:nvGrpSpPr>
        <p:grpSpPr>
          <a:xfrm>
            <a:off x="1175602" y="2237180"/>
            <a:ext cx="2621717" cy="3309465"/>
            <a:chOff x="4968143" y="2100529"/>
            <a:chExt cx="2621717" cy="330946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BA048AF-3FFA-4A74-8B5A-13ABFF6358CB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54E66DF-6ECA-7EFB-EAFB-7B7FF1E83DEB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054DB8E-69D2-1A47-EC6D-2CB4555F50B1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3A9831B-BE79-7C3E-3066-C2AF1E82B172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398BABC-5970-1994-E7D4-E09DF3B509E5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D00E54E-C769-6F50-CA8C-F43D022314FD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9" name="Oval 78">
            <a:extLst>
              <a:ext uri="{FF2B5EF4-FFF2-40B4-BE49-F238E27FC236}">
                <a16:creationId xmlns:a16="http://schemas.microsoft.com/office/drawing/2014/main" id="{838A0C28-CA5C-B3D4-CFA3-B6C3AC5ECCD2}"/>
              </a:ext>
            </a:extLst>
          </p:cNvPr>
          <p:cNvSpPr/>
          <p:nvPr/>
        </p:nvSpPr>
        <p:spPr>
          <a:xfrm>
            <a:off x="1027405" y="2873582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649E24E-C84D-344F-1837-AA55C731F6ED}"/>
              </a:ext>
            </a:extLst>
          </p:cNvPr>
          <p:cNvSpPr/>
          <p:nvPr/>
        </p:nvSpPr>
        <p:spPr>
          <a:xfrm>
            <a:off x="1539864" y="3382669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77F8999-1C12-25F0-7218-1F067AD05C46}"/>
              </a:ext>
            </a:extLst>
          </p:cNvPr>
          <p:cNvSpPr/>
          <p:nvPr/>
        </p:nvSpPr>
        <p:spPr>
          <a:xfrm>
            <a:off x="2195238" y="3126518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5A0BC2F-FC11-4D4A-0F0D-26B1082205DD}"/>
              </a:ext>
            </a:extLst>
          </p:cNvPr>
          <p:cNvSpPr/>
          <p:nvPr/>
        </p:nvSpPr>
        <p:spPr>
          <a:xfrm>
            <a:off x="950579" y="2469126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F79B295-FD39-4663-5B96-56F0F1FB50C2}"/>
              </a:ext>
            </a:extLst>
          </p:cNvPr>
          <p:cNvSpPr/>
          <p:nvPr/>
        </p:nvSpPr>
        <p:spPr>
          <a:xfrm>
            <a:off x="1755919" y="21493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F65C4FA-C4F6-0625-C35B-0BC3A7235F5A}"/>
              </a:ext>
            </a:extLst>
          </p:cNvPr>
          <p:cNvSpPr/>
          <p:nvPr/>
        </p:nvSpPr>
        <p:spPr>
          <a:xfrm>
            <a:off x="1932276" y="17812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13535A2-EE41-9712-1080-1B11BB913074}"/>
              </a:ext>
            </a:extLst>
          </p:cNvPr>
          <p:cNvSpPr/>
          <p:nvPr/>
        </p:nvSpPr>
        <p:spPr>
          <a:xfrm>
            <a:off x="2875370" y="1953469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757BB31-1B67-E374-9848-6A73BBC3AD82}"/>
              </a:ext>
            </a:extLst>
          </p:cNvPr>
          <p:cNvSpPr/>
          <p:nvPr/>
        </p:nvSpPr>
        <p:spPr>
          <a:xfrm>
            <a:off x="2702970" y="51842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96BA30C-2515-38A3-13CF-AAC5D74EB8AF}"/>
              </a:ext>
            </a:extLst>
          </p:cNvPr>
          <p:cNvSpPr/>
          <p:nvPr/>
        </p:nvSpPr>
        <p:spPr>
          <a:xfrm>
            <a:off x="2914727" y="4204860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A073421-06C5-4169-BF89-B67151196CB9}"/>
              </a:ext>
            </a:extLst>
          </p:cNvPr>
          <p:cNvSpPr/>
          <p:nvPr/>
        </p:nvSpPr>
        <p:spPr>
          <a:xfrm>
            <a:off x="3666510" y="4736298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A1D89D1-A843-5189-E5E1-CDB0B2FA600E}"/>
              </a:ext>
            </a:extLst>
          </p:cNvPr>
          <p:cNvSpPr/>
          <p:nvPr/>
        </p:nvSpPr>
        <p:spPr>
          <a:xfrm>
            <a:off x="3412907" y="431942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010437C-871D-FF55-E4EA-6159179F6434}"/>
              </a:ext>
            </a:extLst>
          </p:cNvPr>
          <p:cNvSpPr/>
          <p:nvPr/>
        </p:nvSpPr>
        <p:spPr>
          <a:xfrm>
            <a:off x="2539390" y="48418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E357BA1-42C2-F6DE-0C74-71BA7680D129}"/>
              </a:ext>
            </a:extLst>
          </p:cNvPr>
          <p:cNvSpPr/>
          <p:nvPr/>
        </p:nvSpPr>
        <p:spPr>
          <a:xfrm>
            <a:off x="1431668" y="5614689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543BD6-1512-7E36-C84B-CFB3A25A7437}"/>
              </a:ext>
            </a:extLst>
          </p:cNvPr>
          <p:cNvSpPr/>
          <p:nvPr/>
        </p:nvSpPr>
        <p:spPr>
          <a:xfrm>
            <a:off x="1390599" y="4662072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7251FF-7F9C-8435-0D7D-A29E35C189FB}"/>
              </a:ext>
            </a:extLst>
          </p:cNvPr>
          <p:cNvSpPr/>
          <p:nvPr/>
        </p:nvSpPr>
        <p:spPr>
          <a:xfrm>
            <a:off x="2344060" y="5445898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307FC0-3AED-1B8A-4100-331FAAA380B4}"/>
              </a:ext>
            </a:extLst>
          </p:cNvPr>
          <p:cNvSpPr/>
          <p:nvPr/>
        </p:nvSpPr>
        <p:spPr>
          <a:xfrm>
            <a:off x="819537" y="5216387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C4120D-E02B-3BED-0D38-7CFF2C4A61CB}"/>
              </a:ext>
            </a:extLst>
          </p:cNvPr>
          <p:cNvSpPr/>
          <p:nvPr/>
        </p:nvSpPr>
        <p:spPr>
          <a:xfrm>
            <a:off x="3403765" y="4987155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0A17E0-4F20-D3D5-8B49-64E8CFD9B457}"/>
              </a:ext>
            </a:extLst>
          </p:cNvPr>
          <p:cNvSpPr/>
          <p:nvPr/>
        </p:nvSpPr>
        <p:spPr>
          <a:xfrm>
            <a:off x="3808284" y="4224866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7EBF3-0255-8D1B-1CE1-DFD21174CDCD}"/>
              </a:ext>
            </a:extLst>
          </p:cNvPr>
          <p:cNvSpPr/>
          <p:nvPr/>
        </p:nvSpPr>
        <p:spPr>
          <a:xfrm>
            <a:off x="2775566" y="4047547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98157F-E8DD-A81E-0223-1703CB1EE7F9}"/>
              </a:ext>
            </a:extLst>
          </p:cNvPr>
          <p:cNvSpPr/>
          <p:nvPr/>
        </p:nvSpPr>
        <p:spPr>
          <a:xfrm>
            <a:off x="3658127" y="3017132"/>
            <a:ext cx="540000" cy="540000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6D237C-2879-5B30-E152-97B5E508E9EE}"/>
              </a:ext>
            </a:extLst>
          </p:cNvPr>
          <p:cNvSpPr/>
          <p:nvPr/>
        </p:nvSpPr>
        <p:spPr>
          <a:xfrm>
            <a:off x="2291524" y="2572318"/>
            <a:ext cx="540000" cy="540000"/>
          </a:xfrm>
          <a:prstGeom prst="ellipse">
            <a:avLst/>
          </a:prstGeom>
          <a:solidFill>
            <a:schemeClr val="tx2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DE4BB2-8B09-221C-7008-BDEB4918820F}"/>
              </a:ext>
            </a:extLst>
          </p:cNvPr>
          <p:cNvSpPr/>
          <p:nvPr/>
        </p:nvSpPr>
        <p:spPr>
          <a:xfrm>
            <a:off x="1064638" y="3520479"/>
            <a:ext cx="540000" cy="540000"/>
          </a:xfrm>
          <a:prstGeom prst="ellipse">
            <a:avLst/>
          </a:prstGeom>
          <a:solidFill>
            <a:schemeClr val="accent1">
              <a:lumMod val="5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19AB5A-CEA6-18E4-B135-3F67FC49BC7D}"/>
              </a:ext>
            </a:extLst>
          </p:cNvPr>
          <p:cNvSpPr/>
          <p:nvPr/>
        </p:nvSpPr>
        <p:spPr>
          <a:xfrm>
            <a:off x="1320964" y="1675086"/>
            <a:ext cx="540000" cy="540000"/>
          </a:xfrm>
          <a:prstGeom prst="ellipse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3B75F2-677D-1AA6-4088-8FE92D6EDD76}"/>
              </a:ext>
            </a:extLst>
          </p:cNvPr>
          <p:cNvSpPr/>
          <p:nvPr/>
        </p:nvSpPr>
        <p:spPr>
          <a:xfrm>
            <a:off x="4704413" y="5606306"/>
            <a:ext cx="540000" cy="540000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ECEA99-FAB1-9542-C260-172B12DB905A}"/>
              </a:ext>
            </a:extLst>
          </p:cNvPr>
          <p:cNvSpPr txBox="1"/>
          <p:nvPr/>
        </p:nvSpPr>
        <p:spPr>
          <a:xfrm>
            <a:off x="5345148" y="5614689"/>
            <a:ext cx="1743341" cy="553998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Sequences in the database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79FF7E-B0A2-3113-5D8E-87087F450700}"/>
              </a:ext>
            </a:extLst>
          </p:cNvPr>
          <p:cNvCxnSpPr>
            <a:cxnSpLocks/>
          </p:cNvCxnSpPr>
          <p:nvPr/>
        </p:nvCxnSpPr>
        <p:spPr>
          <a:xfrm flipH="1">
            <a:off x="2643943" y="2574669"/>
            <a:ext cx="307927" cy="188126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DE77D2-E180-C20D-21CB-F2A9F07AF417}"/>
              </a:ext>
            </a:extLst>
          </p:cNvPr>
          <p:cNvCxnSpPr>
            <a:cxnSpLocks/>
          </p:cNvCxnSpPr>
          <p:nvPr/>
        </p:nvCxnSpPr>
        <p:spPr>
          <a:xfrm flipH="1">
            <a:off x="1629568" y="1904146"/>
            <a:ext cx="343826" cy="42563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C990A51-7579-E010-A82A-B711C3CF6DC1}"/>
              </a:ext>
            </a:extLst>
          </p:cNvPr>
          <p:cNvCxnSpPr>
            <a:cxnSpLocks/>
          </p:cNvCxnSpPr>
          <p:nvPr/>
        </p:nvCxnSpPr>
        <p:spPr>
          <a:xfrm flipH="1" flipV="1">
            <a:off x="1657386" y="2084277"/>
            <a:ext cx="229341" cy="193294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D8FDD61-F894-A2E6-5F44-D4D85E6B9972}"/>
              </a:ext>
            </a:extLst>
          </p:cNvPr>
          <p:cNvCxnSpPr>
            <a:cxnSpLocks/>
          </p:cNvCxnSpPr>
          <p:nvPr/>
        </p:nvCxnSpPr>
        <p:spPr>
          <a:xfrm flipH="1">
            <a:off x="2536879" y="2084277"/>
            <a:ext cx="419630" cy="171933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A210729-3F77-D8DB-3E4C-F71D61D72D23}"/>
              </a:ext>
            </a:extLst>
          </p:cNvPr>
          <p:cNvSpPr/>
          <p:nvPr/>
        </p:nvSpPr>
        <p:spPr>
          <a:xfrm>
            <a:off x="3932391" y="1696742"/>
            <a:ext cx="540000" cy="540000"/>
          </a:xfrm>
          <a:prstGeom prst="ellipse">
            <a:avLst/>
          </a:prstGeom>
          <a:solidFill>
            <a:srgbClr val="FFFF0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4B23A24-4A3A-910B-2CEA-6521062D04AC}"/>
              </a:ext>
            </a:extLst>
          </p:cNvPr>
          <p:cNvSpPr/>
          <p:nvPr/>
        </p:nvSpPr>
        <p:spPr>
          <a:xfrm>
            <a:off x="1387386" y="2565541"/>
            <a:ext cx="540000" cy="540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781637C-7520-666A-DAD2-8562CA177959}"/>
              </a:ext>
            </a:extLst>
          </p:cNvPr>
          <p:cNvSpPr/>
          <p:nvPr/>
        </p:nvSpPr>
        <p:spPr>
          <a:xfrm>
            <a:off x="2942781" y="4632332"/>
            <a:ext cx="540000" cy="5400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A9E3147-1C18-BDB2-E914-34C6417FFF1E}"/>
              </a:ext>
            </a:extLst>
          </p:cNvPr>
          <p:cNvSpPr/>
          <p:nvPr/>
        </p:nvSpPr>
        <p:spPr>
          <a:xfrm>
            <a:off x="1550839" y="5143296"/>
            <a:ext cx="540000" cy="540000"/>
          </a:xfrm>
          <a:prstGeom prst="ellipse">
            <a:avLst/>
          </a:prstGeom>
          <a:solidFill>
            <a:srgbClr val="92D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1045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E213-8185-740E-91D1-E24F01B9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>
            <a:extLst>
              <a:ext uri="{FF2B5EF4-FFF2-40B4-BE49-F238E27FC236}">
                <a16:creationId xmlns:a16="http://schemas.microsoft.com/office/drawing/2014/main" id="{BDBA717B-6B92-FC32-BFA0-07C26D34B7A3}"/>
              </a:ext>
            </a:extLst>
          </p:cNvPr>
          <p:cNvSpPr/>
          <p:nvPr/>
        </p:nvSpPr>
        <p:spPr>
          <a:xfrm>
            <a:off x="2142531" y="2022202"/>
            <a:ext cx="540000" cy="5400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52E45-86F5-C9E6-B38A-851E92A2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a mapping </a:t>
            </a:r>
            <a:r>
              <a:rPr lang="en-US" noProof="0" dirty="0" err="1"/>
              <a:t>approch</a:t>
            </a:r>
            <a:r>
              <a:rPr lang="en-US" noProof="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32AC8E-F490-8E16-27FE-8A18138AB1AA}"/>
              </a:ext>
            </a:extLst>
          </p:cNvPr>
          <p:cNvSpPr/>
          <p:nvPr/>
        </p:nvSpPr>
        <p:spPr>
          <a:xfrm>
            <a:off x="8087266" y="1161237"/>
            <a:ext cx="3688377" cy="49430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00E624-B4B8-2E02-9FD6-590BAD3D68AD}"/>
              </a:ext>
            </a:extLst>
          </p:cNvPr>
          <p:cNvSpPr txBox="1"/>
          <p:nvPr/>
        </p:nvSpPr>
        <p:spPr>
          <a:xfrm>
            <a:off x="8229497" y="1186071"/>
            <a:ext cx="3485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Sequences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46E2CD-8342-315D-5950-4B99D137FFCF}"/>
              </a:ext>
            </a:extLst>
          </p:cNvPr>
          <p:cNvSpPr/>
          <p:nvPr/>
        </p:nvSpPr>
        <p:spPr>
          <a:xfrm>
            <a:off x="10080569" y="3530576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16034AC-D5A1-490D-892C-C21CB489A86D}"/>
              </a:ext>
            </a:extLst>
          </p:cNvPr>
          <p:cNvSpPr/>
          <p:nvPr/>
        </p:nvSpPr>
        <p:spPr>
          <a:xfrm>
            <a:off x="9682289" y="4087476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B59079-CF61-5977-CDAF-8275AA024552}"/>
              </a:ext>
            </a:extLst>
          </p:cNvPr>
          <p:cNvGrpSpPr/>
          <p:nvPr/>
        </p:nvGrpSpPr>
        <p:grpSpPr>
          <a:xfrm>
            <a:off x="11177007" y="1813542"/>
            <a:ext cx="452322" cy="578569"/>
            <a:chOff x="7441192" y="1753906"/>
            <a:chExt cx="452322" cy="57856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2D1B79B-D7EA-C221-B24D-DF045EAECCD0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C9F17B0-1F50-E55E-F313-021120EE2993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B6A2FC0D-B9CD-D31A-1B4A-C8331830E021}"/>
              </a:ext>
            </a:extLst>
          </p:cNvPr>
          <p:cNvSpPr/>
          <p:nvPr/>
        </p:nvSpPr>
        <p:spPr>
          <a:xfrm>
            <a:off x="9473528" y="4869381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982FB17-98B5-CB67-95F0-0CD28C04C876}"/>
              </a:ext>
            </a:extLst>
          </p:cNvPr>
          <p:cNvGrpSpPr/>
          <p:nvPr/>
        </p:nvGrpSpPr>
        <p:grpSpPr>
          <a:xfrm>
            <a:off x="8703958" y="2160165"/>
            <a:ext cx="2621717" cy="3309465"/>
            <a:chOff x="4968143" y="2100529"/>
            <a:chExt cx="2621717" cy="330946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055CAB9-5819-FBB6-B25E-EC3634B36EA7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3D784B3-AD68-63DA-B59F-B51F9D17481F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BFFCE35-2345-C1BE-3E90-99579A641FF4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2714027-95A2-ADC6-09A7-0B2B423CD4BF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3FD5EBC-7031-621A-4500-AF3584C392FD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F8DD109-B07E-1D7E-F4AB-38F2BBD04F1C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B6718B35-5CE4-9A85-AA10-5329691FF61C}"/>
              </a:ext>
            </a:extLst>
          </p:cNvPr>
          <p:cNvSpPr/>
          <p:nvPr/>
        </p:nvSpPr>
        <p:spPr>
          <a:xfrm>
            <a:off x="8555761" y="2796567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C9473B8-2096-AAA2-80E3-DE17E7B5F94E}"/>
              </a:ext>
            </a:extLst>
          </p:cNvPr>
          <p:cNvSpPr/>
          <p:nvPr/>
        </p:nvSpPr>
        <p:spPr>
          <a:xfrm>
            <a:off x="9068220" y="3305654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C823497-294A-13C3-C43E-C345C3477AD1}"/>
              </a:ext>
            </a:extLst>
          </p:cNvPr>
          <p:cNvSpPr/>
          <p:nvPr/>
        </p:nvSpPr>
        <p:spPr>
          <a:xfrm>
            <a:off x="9723594" y="3049503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A01CB8D-2F60-A008-8A2C-669FB94DB935}"/>
              </a:ext>
            </a:extLst>
          </p:cNvPr>
          <p:cNvSpPr/>
          <p:nvPr/>
        </p:nvSpPr>
        <p:spPr>
          <a:xfrm>
            <a:off x="8478935" y="2392111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8241142-0C1A-4C37-7FC8-5D3B028C12B9}"/>
              </a:ext>
            </a:extLst>
          </p:cNvPr>
          <p:cNvSpPr/>
          <p:nvPr/>
        </p:nvSpPr>
        <p:spPr>
          <a:xfrm>
            <a:off x="9284275" y="20722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EBBDCD4-3C94-5D7E-EF95-1A15B3B1DB82}"/>
              </a:ext>
            </a:extLst>
          </p:cNvPr>
          <p:cNvSpPr/>
          <p:nvPr/>
        </p:nvSpPr>
        <p:spPr>
          <a:xfrm>
            <a:off x="9460632" y="17041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068E475-DFC5-DB32-131F-AB31E6ADF873}"/>
              </a:ext>
            </a:extLst>
          </p:cNvPr>
          <p:cNvSpPr/>
          <p:nvPr/>
        </p:nvSpPr>
        <p:spPr>
          <a:xfrm>
            <a:off x="10403726" y="1876454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DBDC6F2-AB65-2E9B-A593-536F63E5FEB1}"/>
              </a:ext>
            </a:extLst>
          </p:cNvPr>
          <p:cNvSpPr/>
          <p:nvPr/>
        </p:nvSpPr>
        <p:spPr>
          <a:xfrm>
            <a:off x="10231326" y="51072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C3E2BA6-ACE0-5ECA-B8C7-86E1A14E1CFA}"/>
              </a:ext>
            </a:extLst>
          </p:cNvPr>
          <p:cNvSpPr/>
          <p:nvPr/>
        </p:nvSpPr>
        <p:spPr>
          <a:xfrm>
            <a:off x="10443083" y="4127845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54058F2-9A32-82CE-0E25-D775256F08A3}"/>
              </a:ext>
            </a:extLst>
          </p:cNvPr>
          <p:cNvSpPr/>
          <p:nvPr/>
        </p:nvSpPr>
        <p:spPr>
          <a:xfrm>
            <a:off x="11194866" y="4659283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B10B413-3096-63A7-1104-00F30D83C4EC}"/>
              </a:ext>
            </a:extLst>
          </p:cNvPr>
          <p:cNvSpPr/>
          <p:nvPr/>
        </p:nvSpPr>
        <p:spPr>
          <a:xfrm>
            <a:off x="10941263" y="424240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692BD69-BF87-4EB0-3460-225838647805}"/>
              </a:ext>
            </a:extLst>
          </p:cNvPr>
          <p:cNvSpPr/>
          <p:nvPr/>
        </p:nvSpPr>
        <p:spPr>
          <a:xfrm>
            <a:off x="10067746" y="47648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1D6DF28-2316-7E43-A338-F8DE41B12105}"/>
              </a:ext>
            </a:extLst>
          </p:cNvPr>
          <p:cNvSpPr/>
          <p:nvPr/>
        </p:nvSpPr>
        <p:spPr>
          <a:xfrm>
            <a:off x="8960024" y="5537674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29C8A-76E8-15A2-2F56-E7822AAB6110}"/>
              </a:ext>
            </a:extLst>
          </p:cNvPr>
          <p:cNvSpPr txBox="1"/>
          <p:nvPr/>
        </p:nvSpPr>
        <p:spPr>
          <a:xfrm>
            <a:off x="8303376" y="3653092"/>
            <a:ext cx="3325953" cy="3678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noProof="0" dirty="0"/>
              <a:t>Recovery of 0 ASVs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6FCD7F-E872-BBD5-A5DB-41AC7401ABF8}"/>
              </a:ext>
            </a:extLst>
          </p:cNvPr>
          <p:cNvSpPr/>
          <p:nvPr/>
        </p:nvSpPr>
        <p:spPr>
          <a:xfrm>
            <a:off x="784013" y="1186071"/>
            <a:ext cx="3688377" cy="4943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5952F9-19BE-89AB-2A01-5BDDC2C7FDB9}"/>
              </a:ext>
            </a:extLst>
          </p:cNvPr>
          <p:cNvSpPr txBox="1"/>
          <p:nvPr/>
        </p:nvSpPr>
        <p:spPr>
          <a:xfrm>
            <a:off x="784014" y="1186071"/>
            <a:ext cx="3345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/>
              <a:t>Database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AB58FFE-1F7C-9802-CD9E-90A5265DD8A8}"/>
              </a:ext>
            </a:extLst>
          </p:cNvPr>
          <p:cNvCxnSpPr>
            <a:cxnSpLocks/>
          </p:cNvCxnSpPr>
          <p:nvPr/>
        </p:nvCxnSpPr>
        <p:spPr>
          <a:xfrm flipH="1">
            <a:off x="5092700" y="3653092"/>
            <a:ext cx="2057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4576B26-5E3C-5808-9284-F235A559AD4E}"/>
              </a:ext>
            </a:extLst>
          </p:cNvPr>
          <p:cNvSpPr txBox="1"/>
          <p:nvPr/>
        </p:nvSpPr>
        <p:spPr>
          <a:xfrm>
            <a:off x="5395604" y="3826907"/>
            <a:ext cx="2066203" cy="830997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the sequences to a database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A9C90E1-7F77-338A-8FDC-47C1C0539614}"/>
              </a:ext>
            </a:extLst>
          </p:cNvPr>
          <p:cNvSpPr/>
          <p:nvPr/>
        </p:nvSpPr>
        <p:spPr>
          <a:xfrm>
            <a:off x="2552213" y="3607591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C25675E-AC54-41A2-215D-35F0304EA93E}"/>
              </a:ext>
            </a:extLst>
          </p:cNvPr>
          <p:cNvSpPr/>
          <p:nvPr/>
        </p:nvSpPr>
        <p:spPr>
          <a:xfrm>
            <a:off x="2153933" y="4164491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B38AD11-F25B-2EEB-23E7-5BB66E9C539D}"/>
              </a:ext>
            </a:extLst>
          </p:cNvPr>
          <p:cNvGrpSpPr/>
          <p:nvPr/>
        </p:nvGrpSpPr>
        <p:grpSpPr>
          <a:xfrm>
            <a:off x="3648651" y="1890557"/>
            <a:ext cx="452322" cy="578569"/>
            <a:chOff x="7441192" y="1753906"/>
            <a:chExt cx="452322" cy="578569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1009B22-5685-9A5F-645D-96EB77BB0D66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26C7321-C4BD-A231-1F34-0168A47F17E6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5A2C9DE7-AD2F-6E8B-CBED-E4D9C20801B7}"/>
              </a:ext>
            </a:extLst>
          </p:cNvPr>
          <p:cNvSpPr/>
          <p:nvPr/>
        </p:nvSpPr>
        <p:spPr>
          <a:xfrm>
            <a:off x="1945172" y="4946396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13FD0ED-C8A5-5D86-2453-8C29957568E6}"/>
              </a:ext>
            </a:extLst>
          </p:cNvPr>
          <p:cNvGrpSpPr/>
          <p:nvPr/>
        </p:nvGrpSpPr>
        <p:grpSpPr>
          <a:xfrm>
            <a:off x="1175602" y="2237180"/>
            <a:ext cx="2621717" cy="3309465"/>
            <a:chOff x="4968143" y="2100529"/>
            <a:chExt cx="2621717" cy="330946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3F39024-18FA-742A-0F92-96070A0A03AA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16ED083-D4DA-A73D-57CF-8A09AA0D6084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EF99ACC-1323-09E5-EA42-902D57711FBA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FA3F81D-2FB0-66F2-415E-5C34D9BD45B4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AEA253A-F361-AB93-7F07-A4E8624C2444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4732799-A7BF-CC9C-3248-231366F6F205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9" name="Oval 78">
            <a:extLst>
              <a:ext uri="{FF2B5EF4-FFF2-40B4-BE49-F238E27FC236}">
                <a16:creationId xmlns:a16="http://schemas.microsoft.com/office/drawing/2014/main" id="{80D2CA2C-DEA2-A35E-758C-E02FF165A711}"/>
              </a:ext>
            </a:extLst>
          </p:cNvPr>
          <p:cNvSpPr/>
          <p:nvPr/>
        </p:nvSpPr>
        <p:spPr>
          <a:xfrm>
            <a:off x="1027405" y="2873582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3D56B83-79BA-887F-63A1-80F86B50364E}"/>
              </a:ext>
            </a:extLst>
          </p:cNvPr>
          <p:cNvSpPr/>
          <p:nvPr/>
        </p:nvSpPr>
        <p:spPr>
          <a:xfrm>
            <a:off x="1539864" y="3382669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2F95B36-0E15-0FE7-D000-D96E8E341B1C}"/>
              </a:ext>
            </a:extLst>
          </p:cNvPr>
          <p:cNvSpPr/>
          <p:nvPr/>
        </p:nvSpPr>
        <p:spPr>
          <a:xfrm>
            <a:off x="2195238" y="3126518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0AE1E8F-0100-233B-0EDA-5437E4889AEF}"/>
              </a:ext>
            </a:extLst>
          </p:cNvPr>
          <p:cNvSpPr/>
          <p:nvPr/>
        </p:nvSpPr>
        <p:spPr>
          <a:xfrm>
            <a:off x="950579" y="2469126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233576D-539F-1721-46C9-D9EEFD6C20D5}"/>
              </a:ext>
            </a:extLst>
          </p:cNvPr>
          <p:cNvSpPr/>
          <p:nvPr/>
        </p:nvSpPr>
        <p:spPr>
          <a:xfrm>
            <a:off x="1755919" y="21493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D6B94CC-BD34-C0C3-246A-FFF2C27AC0AA}"/>
              </a:ext>
            </a:extLst>
          </p:cNvPr>
          <p:cNvSpPr/>
          <p:nvPr/>
        </p:nvSpPr>
        <p:spPr>
          <a:xfrm>
            <a:off x="1932276" y="17812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D55D4D8-4E24-AE07-CDEB-F9694FBD2EFF}"/>
              </a:ext>
            </a:extLst>
          </p:cNvPr>
          <p:cNvSpPr/>
          <p:nvPr/>
        </p:nvSpPr>
        <p:spPr>
          <a:xfrm>
            <a:off x="2875370" y="1953469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997BFB0-E8C0-A463-B832-50DD392E26FC}"/>
              </a:ext>
            </a:extLst>
          </p:cNvPr>
          <p:cNvSpPr/>
          <p:nvPr/>
        </p:nvSpPr>
        <p:spPr>
          <a:xfrm>
            <a:off x="2702970" y="51842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2ED78FA-155E-26EC-9F1B-03ABE09CE05D}"/>
              </a:ext>
            </a:extLst>
          </p:cNvPr>
          <p:cNvSpPr/>
          <p:nvPr/>
        </p:nvSpPr>
        <p:spPr>
          <a:xfrm>
            <a:off x="2914727" y="4204860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1155F1B-902C-0DC0-9EC9-FD32412ED637}"/>
              </a:ext>
            </a:extLst>
          </p:cNvPr>
          <p:cNvSpPr/>
          <p:nvPr/>
        </p:nvSpPr>
        <p:spPr>
          <a:xfrm>
            <a:off x="3666510" y="4736298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B1E962F-FE0B-C47D-5D73-2DE1AC4FD6BB}"/>
              </a:ext>
            </a:extLst>
          </p:cNvPr>
          <p:cNvSpPr/>
          <p:nvPr/>
        </p:nvSpPr>
        <p:spPr>
          <a:xfrm>
            <a:off x="3412907" y="431942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7C1F4E7-BF25-C511-92E4-8C6B5AB040E6}"/>
              </a:ext>
            </a:extLst>
          </p:cNvPr>
          <p:cNvSpPr/>
          <p:nvPr/>
        </p:nvSpPr>
        <p:spPr>
          <a:xfrm>
            <a:off x="2539390" y="48418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ED78D54-76D7-40D8-1D8B-6AC73B853DAA}"/>
              </a:ext>
            </a:extLst>
          </p:cNvPr>
          <p:cNvSpPr/>
          <p:nvPr/>
        </p:nvSpPr>
        <p:spPr>
          <a:xfrm>
            <a:off x="1431668" y="5614689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0E4201-ED66-C854-89FD-4DFDFA533C37}"/>
              </a:ext>
            </a:extLst>
          </p:cNvPr>
          <p:cNvSpPr/>
          <p:nvPr/>
        </p:nvSpPr>
        <p:spPr>
          <a:xfrm>
            <a:off x="1390599" y="4662072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988176E-BFDA-37E5-BAAF-2C023A0E89B4}"/>
              </a:ext>
            </a:extLst>
          </p:cNvPr>
          <p:cNvSpPr/>
          <p:nvPr/>
        </p:nvSpPr>
        <p:spPr>
          <a:xfrm>
            <a:off x="2344060" y="5445898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AD5741-3406-B421-2964-486447198E2A}"/>
              </a:ext>
            </a:extLst>
          </p:cNvPr>
          <p:cNvSpPr/>
          <p:nvPr/>
        </p:nvSpPr>
        <p:spPr>
          <a:xfrm>
            <a:off x="819537" y="5216387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DD51B14-9CCA-F037-1484-30DCDFF8C9CD}"/>
              </a:ext>
            </a:extLst>
          </p:cNvPr>
          <p:cNvSpPr/>
          <p:nvPr/>
        </p:nvSpPr>
        <p:spPr>
          <a:xfrm>
            <a:off x="3403765" y="4987155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A80EFB-13EE-1508-8E12-CC8D73688D2C}"/>
              </a:ext>
            </a:extLst>
          </p:cNvPr>
          <p:cNvSpPr/>
          <p:nvPr/>
        </p:nvSpPr>
        <p:spPr>
          <a:xfrm>
            <a:off x="3808284" y="4224866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6FF9BA-EAC4-97D7-04AA-047CEBEFB8B0}"/>
              </a:ext>
            </a:extLst>
          </p:cNvPr>
          <p:cNvSpPr/>
          <p:nvPr/>
        </p:nvSpPr>
        <p:spPr>
          <a:xfrm>
            <a:off x="2775566" y="4047547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D938366-262E-97F5-3513-FAB630BB49A6}"/>
              </a:ext>
            </a:extLst>
          </p:cNvPr>
          <p:cNvSpPr/>
          <p:nvPr/>
        </p:nvSpPr>
        <p:spPr>
          <a:xfrm>
            <a:off x="3658127" y="3017132"/>
            <a:ext cx="540000" cy="540000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AB0616-7249-4B27-ADA1-D27496A10441}"/>
              </a:ext>
            </a:extLst>
          </p:cNvPr>
          <p:cNvSpPr/>
          <p:nvPr/>
        </p:nvSpPr>
        <p:spPr>
          <a:xfrm>
            <a:off x="2291524" y="2572318"/>
            <a:ext cx="540000" cy="540000"/>
          </a:xfrm>
          <a:prstGeom prst="ellipse">
            <a:avLst/>
          </a:prstGeom>
          <a:solidFill>
            <a:schemeClr val="tx2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A345C53-73E2-9593-746C-3B058AF1F320}"/>
              </a:ext>
            </a:extLst>
          </p:cNvPr>
          <p:cNvSpPr/>
          <p:nvPr/>
        </p:nvSpPr>
        <p:spPr>
          <a:xfrm>
            <a:off x="1064638" y="3520479"/>
            <a:ext cx="540000" cy="540000"/>
          </a:xfrm>
          <a:prstGeom prst="ellipse">
            <a:avLst/>
          </a:prstGeom>
          <a:solidFill>
            <a:schemeClr val="accent1">
              <a:lumMod val="5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DB0899-0640-BD21-9F67-683A3D71D265}"/>
              </a:ext>
            </a:extLst>
          </p:cNvPr>
          <p:cNvSpPr/>
          <p:nvPr/>
        </p:nvSpPr>
        <p:spPr>
          <a:xfrm>
            <a:off x="1320964" y="1675086"/>
            <a:ext cx="540000" cy="540000"/>
          </a:xfrm>
          <a:prstGeom prst="ellipse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923278-0BD0-CB7B-52D3-5C3A30174DE5}"/>
              </a:ext>
            </a:extLst>
          </p:cNvPr>
          <p:cNvSpPr/>
          <p:nvPr/>
        </p:nvSpPr>
        <p:spPr>
          <a:xfrm>
            <a:off x="4704413" y="5606306"/>
            <a:ext cx="540000" cy="540000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328435-7C08-2676-2558-B10A1722F894}"/>
              </a:ext>
            </a:extLst>
          </p:cNvPr>
          <p:cNvCxnSpPr>
            <a:cxnSpLocks/>
          </p:cNvCxnSpPr>
          <p:nvPr/>
        </p:nvCxnSpPr>
        <p:spPr>
          <a:xfrm flipH="1">
            <a:off x="2643943" y="2574669"/>
            <a:ext cx="307927" cy="188126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3A801A3-A942-8BBF-C081-EF1D53720649}"/>
              </a:ext>
            </a:extLst>
          </p:cNvPr>
          <p:cNvCxnSpPr>
            <a:cxnSpLocks/>
          </p:cNvCxnSpPr>
          <p:nvPr/>
        </p:nvCxnSpPr>
        <p:spPr>
          <a:xfrm flipH="1">
            <a:off x="1629568" y="1904146"/>
            <a:ext cx="343826" cy="42563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8B169CC-2207-5BCA-625D-CEA57D73CE0B}"/>
              </a:ext>
            </a:extLst>
          </p:cNvPr>
          <p:cNvCxnSpPr>
            <a:cxnSpLocks/>
          </p:cNvCxnSpPr>
          <p:nvPr/>
        </p:nvCxnSpPr>
        <p:spPr>
          <a:xfrm flipH="1" flipV="1">
            <a:off x="1657386" y="2084277"/>
            <a:ext cx="229341" cy="193294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C6B81F6-BC10-1C7C-8C04-EAA2421B34F7}"/>
              </a:ext>
            </a:extLst>
          </p:cNvPr>
          <p:cNvCxnSpPr>
            <a:cxnSpLocks/>
          </p:cNvCxnSpPr>
          <p:nvPr/>
        </p:nvCxnSpPr>
        <p:spPr>
          <a:xfrm flipH="1">
            <a:off x="2536879" y="2084277"/>
            <a:ext cx="419630" cy="171933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4280591-32CC-86A7-1AA8-D783311EC274}"/>
              </a:ext>
            </a:extLst>
          </p:cNvPr>
          <p:cNvSpPr txBox="1"/>
          <p:nvPr/>
        </p:nvSpPr>
        <p:spPr>
          <a:xfrm>
            <a:off x="4665229" y="1257156"/>
            <a:ext cx="3210677" cy="22159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is often performed at lower identity threshold to accommodate sequencing errors  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 Inflates alpha diversity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High risk of overclassification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noProof="0" dirty="0">
              <a:sym typeface="Wingdings" panose="05000000000000000000" pitchFamily="2" charset="2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A0FF834-0451-A250-D49B-D63F25EA7343}"/>
              </a:ext>
            </a:extLst>
          </p:cNvPr>
          <p:cNvSpPr/>
          <p:nvPr/>
        </p:nvSpPr>
        <p:spPr>
          <a:xfrm>
            <a:off x="1387386" y="2565541"/>
            <a:ext cx="540000" cy="540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9BA257B-C4C2-028E-00F6-B6953B789AC9}"/>
              </a:ext>
            </a:extLst>
          </p:cNvPr>
          <p:cNvSpPr/>
          <p:nvPr/>
        </p:nvSpPr>
        <p:spPr>
          <a:xfrm>
            <a:off x="2942781" y="4632332"/>
            <a:ext cx="540000" cy="5400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F96CCB0-943D-6CB9-7018-CB84F4649EE9}"/>
              </a:ext>
            </a:extLst>
          </p:cNvPr>
          <p:cNvSpPr/>
          <p:nvPr/>
        </p:nvSpPr>
        <p:spPr>
          <a:xfrm>
            <a:off x="1550839" y="5143296"/>
            <a:ext cx="540000" cy="540000"/>
          </a:xfrm>
          <a:prstGeom prst="ellipse">
            <a:avLst/>
          </a:prstGeom>
          <a:solidFill>
            <a:srgbClr val="92D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00BE2DF-2668-A64C-6FD7-EE63CD63269B}"/>
              </a:ext>
            </a:extLst>
          </p:cNvPr>
          <p:cNvSpPr/>
          <p:nvPr/>
        </p:nvSpPr>
        <p:spPr>
          <a:xfrm>
            <a:off x="3932391" y="1696742"/>
            <a:ext cx="540000" cy="540000"/>
          </a:xfrm>
          <a:prstGeom prst="ellipse">
            <a:avLst/>
          </a:prstGeom>
          <a:solidFill>
            <a:srgbClr val="FFFF0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383BF7-D873-37D0-3429-94B3CBED2B72}"/>
              </a:ext>
            </a:extLst>
          </p:cNvPr>
          <p:cNvSpPr txBox="1"/>
          <p:nvPr/>
        </p:nvSpPr>
        <p:spPr>
          <a:xfrm>
            <a:off x="5345148" y="5614689"/>
            <a:ext cx="1713113" cy="553998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Sequences in the database</a:t>
            </a:r>
          </a:p>
        </p:txBody>
      </p:sp>
    </p:spTree>
    <p:extLst>
      <p:ext uri="{BB962C8B-B14F-4D97-AF65-F5344CB8AC3E}">
        <p14:creationId xmlns:p14="http://schemas.microsoft.com/office/powerpoint/2010/main" val="11385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386D-6D34-D670-7D90-5915517B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Oval 63">
            <a:extLst>
              <a:ext uri="{FF2B5EF4-FFF2-40B4-BE49-F238E27FC236}">
                <a16:creationId xmlns:a16="http://schemas.microsoft.com/office/drawing/2014/main" id="{9AE1F8C8-4906-3978-0F2A-F5DC9D1FDD90}"/>
              </a:ext>
            </a:extLst>
          </p:cNvPr>
          <p:cNvSpPr/>
          <p:nvPr/>
        </p:nvSpPr>
        <p:spPr>
          <a:xfrm>
            <a:off x="2142531" y="2022202"/>
            <a:ext cx="540000" cy="5400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3DAE0-0756-FDD1-76C1-8AA657F3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a mapping </a:t>
            </a:r>
            <a:r>
              <a:rPr lang="en-US" noProof="0" dirty="0" err="1"/>
              <a:t>approch</a:t>
            </a:r>
            <a:r>
              <a:rPr lang="en-US" noProof="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5E44F6-80DF-D4BC-6640-828DED625FBD}"/>
              </a:ext>
            </a:extLst>
          </p:cNvPr>
          <p:cNvSpPr/>
          <p:nvPr/>
        </p:nvSpPr>
        <p:spPr>
          <a:xfrm>
            <a:off x="8087266" y="1161237"/>
            <a:ext cx="3688377" cy="49430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E61A47-B7F5-4E67-2B82-00FD06DB905A}"/>
              </a:ext>
            </a:extLst>
          </p:cNvPr>
          <p:cNvSpPr txBox="1"/>
          <p:nvPr/>
        </p:nvSpPr>
        <p:spPr>
          <a:xfrm>
            <a:off x="8229497" y="1186071"/>
            <a:ext cx="3485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Sequences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A2AD37E-0B2E-0936-A8CB-E524D3245AE0}"/>
              </a:ext>
            </a:extLst>
          </p:cNvPr>
          <p:cNvSpPr/>
          <p:nvPr/>
        </p:nvSpPr>
        <p:spPr>
          <a:xfrm>
            <a:off x="10080569" y="3530576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EFF41E0-57D0-5AFB-DFD0-888ADAF16B2A}"/>
              </a:ext>
            </a:extLst>
          </p:cNvPr>
          <p:cNvSpPr/>
          <p:nvPr/>
        </p:nvSpPr>
        <p:spPr>
          <a:xfrm>
            <a:off x="9682289" y="4087476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A97FF5-08E3-5FD6-4070-269ED47660A9}"/>
              </a:ext>
            </a:extLst>
          </p:cNvPr>
          <p:cNvGrpSpPr/>
          <p:nvPr/>
        </p:nvGrpSpPr>
        <p:grpSpPr>
          <a:xfrm>
            <a:off x="11177007" y="1813542"/>
            <a:ext cx="452322" cy="578569"/>
            <a:chOff x="7441192" y="1753906"/>
            <a:chExt cx="452322" cy="57856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CAD4FFF-566C-5532-ECC7-063D7B0D9182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0EA87AA-4DC2-E26A-180B-38BA70003118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63E86214-36F1-82C3-8928-2D3C80B74740}"/>
              </a:ext>
            </a:extLst>
          </p:cNvPr>
          <p:cNvSpPr/>
          <p:nvPr/>
        </p:nvSpPr>
        <p:spPr>
          <a:xfrm>
            <a:off x="9473528" y="4869381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C96320-C0EB-BECA-B924-A92C32DBC797}"/>
              </a:ext>
            </a:extLst>
          </p:cNvPr>
          <p:cNvGrpSpPr/>
          <p:nvPr/>
        </p:nvGrpSpPr>
        <p:grpSpPr>
          <a:xfrm>
            <a:off x="8703958" y="2160165"/>
            <a:ext cx="2621717" cy="3309465"/>
            <a:chOff x="4968143" y="2100529"/>
            <a:chExt cx="2621717" cy="330946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A712687-3CC4-A2DA-431A-7A25B7A61D0F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2D408EB-1B07-81A5-7F79-B769CB267261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CF1B5D6-7B1C-538D-64BC-6A244FA5DC30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41DA1B3-86CB-9887-7B8F-CD413AE1F961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077D16A-8468-B1AB-1616-E0A67111B28C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4222AE8-8004-CBC0-3F64-88C2AB28754A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9EF503CF-B29D-909C-9EB1-3E2D716568ED}"/>
              </a:ext>
            </a:extLst>
          </p:cNvPr>
          <p:cNvSpPr/>
          <p:nvPr/>
        </p:nvSpPr>
        <p:spPr>
          <a:xfrm>
            <a:off x="8555761" y="2796567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2F8775F-3722-0943-D6C7-3C8857BAB8A8}"/>
              </a:ext>
            </a:extLst>
          </p:cNvPr>
          <p:cNvSpPr/>
          <p:nvPr/>
        </p:nvSpPr>
        <p:spPr>
          <a:xfrm>
            <a:off x="9068220" y="3305654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44ABC04-81D3-4495-131A-60C5115AE6CF}"/>
              </a:ext>
            </a:extLst>
          </p:cNvPr>
          <p:cNvSpPr/>
          <p:nvPr/>
        </p:nvSpPr>
        <p:spPr>
          <a:xfrm>
            <a:off x="9723594" y="3049503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F6E7944-8659-6D54-0609-C0DF4AFBB944}"/>
              </a:ext>
            </a:extLst>
          </p:cNvPr>
          <p:cNvSpPr/>
          <p:nvPr/>
        </p:nvSpPr>
        <p:spPr>
          <a:xfrm>
            <a:off x="8478935" y="2392111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D023FFC-1C73-7541-FADF-D7AE45E8A0BA}"/>
              </a:ext>
            </a:extLst>
          </p:cNvPr>
          <p:cNvSpPr/>
          <p:nvPr/>
        </p:nvSpPr>
        <p:spPr>
          <a:xfrm>
            <a:off x="9284275" y="20722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58193DE-E6BE-CEBE-4D97-A36740323867}"/>
              </a:ext>
            </a:extLst>
          </p:cNvPr>
          <p:cNvSpPr/>
          <p:nvPr/>
        </p:nvSpPr>
        <p:spPr>
          <a:xfrm>
            <a:off x="9460632" y="17041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BD73AB-0B59-7CB6-A377-FF4000F2816D}"/>
              </a:ext>
            </a:extLst>
          </p:cNvPr>
          <p:cNvSpPr/>
          <p:nvPr/>
        </p:nvSpPr>
        <p:spPr>
          <a:xfrm>
            <a:off x="10403726" y="1876454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51A877E-94AA-00F1-FD63-682164F9747D}"/>
              </a:ext>
            </a:extLst>
          </p:cNvPr>
          <p:cNvSpPr/>
          <p:nvPr/>
        </p:nvSpPr>
        <p:spPr>
          <a:xfrm>
            <a:off x="10231326" y="51072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5F5747-578F-8977-D372-8F9891805D59}"/>
              </a:ext>
            </a:extLst>
          </p:cNvPr>
          <p:cNvSpPr/>
          <p:nvPr/>
        </p:nvSpPr>
        <p:spPr>
          <a:xfrm>
            <a:off x="10443083" y="4127845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F811EBB-0190-CCE3-040C-747FD74F4D1A}"/>
              </a:ext>
            </a:extLst>
          </p:cNvPr>
          <p:cNvSpPr/>
          <p:nvPr/>
        </p:nvSpPr>
        <p:spPr>
          <a:xfrm>
            <a:off x="11194866" y="4659283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C0DBF98-CCE8-F639-DE1F-191F6D354E28}"/>
              </a:ext>
            </a:extLst>
          </p:cNvPr>
          <p:cNvSpPr/>
          <p:nvPr/>
        </p:nvSpPr>
        <p:spPr>
          <a:xfrm>
            <a:off x="10941263" y="424240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4799300-F673-3846-ADF2-2E5869ED4C9C}"/>
              </a:ext>
            </a:extLst>
          </p:cNvPr>
          <p:cNvSpPr/>
          <p:nvPr/>
        </p:nvSpPr>
        <p:spPr>
          <a:xfrm>
            <a:off x="10067746" y="47648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8BE6AFD-DDC0-C863-26F9-4836F110EE6C}"/>
              </a:ext>
            </a:extLst>
          </p:cNvPr>
          <p:cNvSpPr/>
          <p:nvPr/>
        </p:nvSpPr>
        <p:spPr>
          <a:xfrm>
            <a:off x="8960024" y="5537674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4E7BB6-CC23-9192-BD21-28C87E59A479}"/>
              </a:ext>
            </a:extLst>
          </p:cNvPr>
          <p:cNvSpPr txBox="1"/>
          <p:nvPr/>
        </p:nvSpPr>
        <p:spPr>
          <a:xfrm>
            <a:off x="8303376" y="3653092"/>
            <a:ext cx="3325953" cy="3678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noProof="0" dirty="0"/>
              <a:t>Recovery of 0 ASVs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07F341-DA76-6D48-21F4-5BFD4C760528}"/>
              </a:ext>
            </a:extLst>
          </p:cNvPr>
          <p:cNvSpPr/>
          <p:nvPr/>
        </p:nvSpPr>
        <p:spPr>
          <a:xfrm>
            <a:off x="784013" y="1186071"/>
            <a:ext cx="3688377" cy="4943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A22046-9D3E-5068-156E-650C51FADA91}"/>
              </a:ext>
            </a:extLst>
          </p:cNvPr>
          <p:cNvSpPr txBox="1"/>
          <p:nvPr/>
        </p:nvSpPr>
        <p:spPr>
          <a:xfrm>
            <a:off x="784014" y="1186071"/>
            <a:ext cx="3345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/>
              <a:t>Database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06707A9-E0B1-3C33-E695-6C757DFEA324}"/>
              </a:ext>
            </a:extLst>
          </p:cNvPr>
          <p:cNvCxnSpPr>
            <a:cxnSpLocks/>
          </p:cNvCxnSpPr>
          <p:nvPr/>
        </p:nvCxnSpPr>
        <p:spPr>
          <a:xfrm flipH="1">
            <a:off x="5092700" y="3653092"/>
            <a:ext cx="2057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53F6B6F-09D9-F7F6-571C-151BF841D9B2}"/>
              </a:ext>
            </a:extLst>
          </p:cNvPr>
          <p:cNvSpPr txBox="1"/>
          <p:nvPr/>
        </p:nvSpPr>
        <p:spPr>
          <a:xfrm>
            <a:off x="5395604" y="3826907"/>
            <a:ext cx="2066203" cy="830997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the sequences to a database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0325B46-A9C4-E61E-F512-5F652C0EFB02}"/>
              </a:ext>
            </a:extLst>
          </p:cNvPr>
          <p:cNvSpPr/>
          <p:nvPr/>
        </p:nvSpPr>
        <p:spPr>
          <a:xfrm>
            <a:off x="2552213" y="3607591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CC5D960-24EB-ADB7-B0FF-7B22C2700D04}"/>
              </a:ext>
            </a:extLst>
          </p:cNvPr>
          <p:cNvSpPr/>
          <p:nvPr/>
        </p:nvSpPr>
        <p:spPr>
          <a:xfrm>
            <a:off x="2153933" y="4164491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BF61BC5-C2E7-1746-E9F8-0BCDD1154D4F}"/>
              </a:ext>
            </a:extLst>
          </p:cNvPr>
          <p:cNvGrpSpPr/>
          <p:nvPr/>
        </p:nvGrpSpPr>
        <p:grpSpPr>
          <a:xfrm>
            <a:off x="3648651" y="1890557"/>
            <a:ext cx="452322" cy="578569"/>
            <a:chOff x="7441192" y="1753906"/>
            <a:chExt cx="452322" cy="578569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D8DBFAD-A701-0BC5-DF89-B1A061DCF3E5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A095F69-2213-DF49-5880-A3844851B9DA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BD41AE97-9B0B-31B9-87CC-7254B67331A0}"/>
              </a:ext>
            </a:extLst>
          </p:cNvPr>
          <p:cNvSpPr/>
          <p:nvPr/>
        </p:nvSpPr>
        <p:spPr>
          <a:xfrm>
            <a:off x="1945172" y="4946396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D72E789-BC7C-9766-152E-07ED1BBC564A}"/>
              </a:ext>
            </a:extLst>
          </p:cNvPr>
          <p:cNvGrpSpPr/>
          <p:nvPr/>
        </p:nvGrpSpPr>
        <p:grpSpPr>
          <a:xfrm>
            <a:off x="1175602" y="2237180"/>
            <a:ext cx="2621717" cy="3309465"/>
            <a:chOff x="4968143" y="2100529"/>
            <a:chExt cx="2621717" cy="330946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7B00545-43A2-21AE-04CD-01B9B67D4E82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93CE7C4-4C4F-5F22-3F74-3187CEF47156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67AD7F8-F1E7-0904-E132-36472FCC9B9C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DEB2BC1-77AC-7481-E609-FFA7C45E2C72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9E67178-97B6-AA24-03BE-6358C87FA92E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F85F279-1BF3-0F88-68FC-839B32E14D3B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9" name="Oval 78">
            <a:extLst>
              <a:ext uri="{FF2B5EF4-FFF2-40B4-BE49-F238E27FC236}">
                <a16:creationId xmlns:a16="http://schemas.microsoft.com/office/drawing/2014/main" id="{7B1D9541-F740-CB62-4AFE-170B5280DF7E}"/>
              </a:ext>
            </a:extLst>
          </p:cNvPr>
          <p:cNvSpPr/>
          <p:nvPr/>
        </p:nvSpPr>
        <p:spPr>
          <a:xfrm>
            <a:off x="1027405" y="2873582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CB662DE-C851-DA9D-DB2D-8A1DF21804E7}"/>
              </a:ext>
            </a:extLst>
          </p:cNvPr>
          <p:cNvSpPr/>
          <p:nvPr/>
        </p:nvSpPr>
        <p:spPr>
          <a:xfrm>
            <a:off x="1539864" y="3382669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0FF51CF-822C-91B3-8915-5CAFC19ED390}"/>
              </a:ext>
            </a:extLst>
          </p:cNvPr>
          <p:cNvSpPr/>
          <p:nvPr/>
        </p:nvSpPr>
        <p:spPr>
          <a:xfrm>
            <a:off x="2195238" y="3126518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02368A8-7507-ADF3-C6E4-8CB54941BCFD}"/>
              </a:ext>
            </a:extLst>
          </p:cNvPr>
          <p:cNvSpPr/>
          <p:nvPr/>
        </p:nvSpPr>
        <p:spPr>
          <a:xfrm>
            <a:off x="950579" y="2469126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BD2EBB5-310E-AF10-12EA-FD51AEF541EC}"/>
              </a:ext>
            </a:extLst>
          </p:cNvPr>
          <p:cNvSpPr/>
          <p:nvPr/>
        </p:nvSpPr>
        <p:spPr>
          <a:xfrm>
            <a:off x="1755919" y="21493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2961CE0-05F1-34B7-6C59-6E8154C92D91}"/>
              </a:ext>
            </a:extLst>
          </p:cNvPr>
          <p:cNvSpPr/>
          <p:nvPr/>
        </p:nvSpPr>
        <p:spPr>
          <a:xfrm>
            <a:off x="1932276" y="17812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7A0E442-C569-958E-B041-2D6EFF00207C}"/>
              </a:ext>
            </a:extLst>
          </p:cNvPr>
          <p:cNvSpPr/>
          <p:nvPr/>
        </p:nvSpPr>
        <p:spPr>
          <a:xfrm>
            <a:off x="2875370" y="1953469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6BB89B0-B7D7-3696-FCAC-2B0F954FC94B}"/>
              </a:ext>
            </a:extLst>
          </p:cNvPr>
          <p:cNvSpPr/>
          <p:nvPr/>
        </p:nvSpPr>
        <p:spPr>
          <a:xfrm>
            <a:off x="2702970" y="51842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9CB5006-8E49-30FE-DBBD-C422B6B8262A}"/>
              </a:ext>
            </a:extLst>
          </p:cNvPr>
          <p:cNvSpPr/>
          <p:nvPr/>
        </p:nvSpPr>
        <p:spPr>
          <a:xfrm>
            <a:off x="2914727" y="4204860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CA4F9DB-FE65-D265-12CC-B343C5227DAC}"/>
              </a:ext>
            </a:extLst>
          </p:cNvPr>
          <p:cNvSpPr/>
          <p:nvPr/>
        </p:nvSpPr>
        <p:spPr>
          <a:xfrm>
            <a:off x="3666510" y="4736298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9CE7292-2D38-8E4C-2E5A-70922B99D4ED}"/>
              </a:ext>
            </a:extLst>
          </p:cNvPr>
          <p:cNvSpPr/>
          <p:nvPr/>
        </p:nvSpPr>
        <p:spPr>
          <a:xfrm>
            <a:off x="3412907" y="431942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4EEF437-4101-2A1E-8248-9EBC68E7547D}"/>
              </a:ext>
            </a:extLst>
          </p:cNvPr>
          <p:cNvSpPr/>
          <p:nvPr/>
        </p:nvSpPr>
        <p:spPr>
          <a:xfrm>
            <a:off x="2539390" y="48418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C26E7AF-510A-BC03-F75D-175BA1BAFFAA}"/>
              </a:ext>
            </a:extLst>
          </p:cNvPr>
          <p:cNvSpPr/>
          <p:nvPr/>
        </p:nvSpPr>
        <p:spPr>
          <a:xfrm>
            <a:off x="1431668" y="5614689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51198D7-3889-5715-DEF0-2A3669C2DDA9}"/>
              </a:ext>
            </a:extLst>
          </p:cNvPr>
          <p:cNvSpPr/>
          <p:nvPr/>
        </p:nvSpPr>
        <p:spPr>
          <a:xfrm>
            <a:off x="1387386" y="2565541"/>
            <a:ext cx="540000" cy="540000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56F193-734A-410F-B41E-B5C2DC055D5F}"/>
              </a:ext>
            </a:extLst>
          </p:cNvPr>
          <p:cNvSpPr/>
          <p:nvPr/>
        </p:nvSpPr>
        <p:spPr>
          <a:xfrm>
            <a:off x="1390599" y="4662072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26E586-4621-5E9B-9198-0447A1BA23F7}"/>
              </a:ext>
            </a:extLst>
          </p:cNvPr>
          <p:cNvSpPr/>
          <p:nvPr/>
        </p:nvSpPr>
        <p:spPr>
          <a:xfrm>
            <a:off x="2344060" y="5445898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9A3B36-D1C6-3D8F-F0AE-0F5886B4648E}"/>
              </a:ext>
            </a:extLst>
          </p:cNvPr>
          <p:cNvSpPr/>
          <p:nvPr/>
        </p:nvSpPr>
        <p:spPr>
          <a:xfrm>
            <a:off x="819537" y="5216387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B9CF90-B5D2-9774-2B7C-B4CD5DFAD149}"/>
              </a:ext>
            </a:extLst>
          </p:cNvPr>
          <p:cNvSpPr/>
          <p:nvPr/>
        </p:nvSpPr>
        <p:spPr>
          <a:xfrm>
            <a:off x="3403765" y="4987155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544F2E-4ABB-62DD-EBE1-64601CC6AD0D}"/>
              </a:ext>
            </a:extLst>
          </p:cNvPr>
          <p:cNvSpPr/>
          <p:nvPr/>
        </p:nvSpPr>
        <p:spPr>
          <a:xfrm>
            <a:off x="3808284" y="4224866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2688AAC-E469-3142-0119-47230CFBA572}"/>
              </a:ext>
            </a:extLst>
          </p:cNvPr>
          <p:cNvSpPr/>
          <p:nvPr/>
        </p:nvSpPr>
        <p:spPr>
          <a:xfrm>
            <a:off x="2775566" y="4047547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8DDD47-4643-3CED-24B5-958836AE86D4}"/>
              </a:ext>
            </a:extLst>
          </p:cNvPr>
          <p:cNvSpPr/>
          <p:nvPr/>
        </p:nvSpPr>
        <p:spPr>
          <a:xfrm>
            <a:off x="3658127" y="3017132"/>
            <a:ext cx="540000" cy="540000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69A15F-BDE9-F627-A028-5BE2ADE64824}"/>
              </a:ext>
            </a:extLst>
          </p:cNvPr>
          <p:cNvSpPr/>
          <p:nvPr/>
        </p:nvSpPr>
        <p:spPr>
          <a:xfrm>
            <a:off x="2291524" y="2572318"/>
            <a:ext cx="540000" cy="540000"/>
          </a:xfrm>
          <a:prstGeom prst="ellipse">
            <a:avLst/>
          </a:prstGeom>
          <a:solidFill>
            <a:schemeClr val="tx2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D57122-2575-3A58-FB06-3D1226279404}"/>
              </a:ext>
            </a:extLst>
          </p:cNvPr>
          <p:cNvSpPr/>
          <p:nvPr/>
        </p:nvSpPr>
        <p:spPr>
          <a:xfrm>
            <a:off x="1064638" y="3520479"/>
            <a:ext cx="540000" cy="540000"/>
          </a:xfrm>
          <a:prstGeom prst="ellipse">
            <a:avLst/>
          </a:prstGeom>
          <a:solidFill>
            <a:schemeClr val="accent1">
              <a:lumMod val="5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8884AF-3D8E-743C-6413-D8C1870DAC81}"/>
              </a:ext>
            </a:extLst>
          </p:cNvPr>
          <p:cNvSpPr/>
          <p:nvPr/>
        </p:nvSpPr>
        <p:spPr>
          <a:xfrm>
            <a:off x="1320964" y="1675086"/>
            <a:ext cx="540000" cy="540000"/>
          </a:xfrm>
          <a:prstGeom prst="ellipse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D219B0D-3D7D-AC02-5D2A-9B9A29E02FBE}"/>
              </a:ext>
            </a:extLst>
          </p:cNvPr>
          <p:cNvSpPr/>
          <p:nvPr/>
        </p:nvSpPr>
        <p:spPr>
          <a:xfrm>
            <a:off x="4704413" y="5606306"/>
            <a:ext cx="540000" cy="540000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5AE42E-841E-2CBB-25F6-810504935ED7}"/>
              </a:ext>
            </a:extLst>
          </p:cNvPr>
          <p:cNvCxnSpPr>
            <a:cxnSpLocks/>
          </p:cNvCxnSpPr>
          <p:nvPr/>
        </p:nvCxnSpPr>
        <p:spPr>
          <a:xfrm flipH="1">
            <a:off x="2643943" y="2574669"/>
            <a:ext cx="307927" cy="188126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6D6C57-BF10-801B-C263-1CC009B70C95}"/>
              </a:ext>
            </a:extLst>
          </p:cNvPr>
          <p:cNvCxnSpPr>
            <a:cxnSpLocks/>
          </p:cNvCxnSpPr>
          <p:nvPr/>
        </p:nvCxnSpPr>
        <p:spPr>
          <a:xfrm flipH="1">
            <a:off x="1629568" y="1904146"/>
            <a:ext cx="343826" cy="42563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087A891-C3DA-D3B5-9230-4CD33CCD8809}"/>
              </a:ext>
            </a:extLst>
          </p:cNvPr>
          <p:cNvCxnSpPr>
            <a:cxnSpLocks/>
          </p:cNvCxnSpPr>
          <p:nvPr/>
        </p:nvCxnSpPr>
        <p:spPr>
          <a:xfrm flipH="1" flipV="1">
            <a:off x="1657386" y="2084277"/>
            <a:ext cx="229341" cy="193294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7929721-EDE7-7788-8DA6-9BEF48315D22}"/>
              </a:ext>
            </a:extLst>
          </p:cNvPr>
          <p:cNvCxnSpPr>
            <a:cxnSpLocks/>
          </p:cNvCxnSpPr>
          <p:nvPr/>
        </p:nvCxnSpPr>
        <p:spPr>
          <a:xfrm flipH="1">
            <a:off x="2536879" y="2084277"/>
            <a:ext cx="419630" cy="171933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D093F25C-7A60-552B-F7EF-C0768D5685BE}"/>
              </a:ext>
            </a:extLst>
          </p:cNvPr>
          <p:cNvSpPr/>
          <p:nvPr/>
        </p:nvSpPr>
        <p:spPr>
          <a:xfrm>
            <a:off x="3932391" y="1696742"/>
            <a:ext cx="540000" cy="540000"/>
          </a:xfrm>
          <a:prstGeom prst="ellipse">
            <a:avLst/>
          </a:prstGeom>
          <a:solidFill>
            <a:srgbClr val="FFFF0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EC2B5C0-2B24-B3C3-24A8-9E039D248740}"/>
              </a:ext>
            </a:extLst>
          </p:cNvPr>
          <p:cNvSpPr/>
          <p:nvPr/>
        </p:nvSpPr>
        <p:spPr>
          <a:xfrm>
            <a:off x="4704413" y="4945880"/>
            <a:ext cx="540000" cy="540000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23E7C9-6DC0-19F6-092C-E0E185CAE31B}"/>
              </a:ext>
            </a:extLst>
          </p:cNvPr>
          <p:cNvSpPr txBox="1"/>
          <p:nvPr/>
        </p:nvSpPr>
        <p:spPr>
          <a:xfrm>
            <a:off x="5345148" y="4945880"/>
            <a:ext cx="2066203" cy="553998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Not present in the database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FD5243-14AB-1887-80C7-C485DFB1640A}"/>
              </a:ext>
            </a:extLst>
          </p:cNvPr>
          <p:cNvSpPr txBox="1"/>
          <p:nvPr/>
        </p:nvSpPr>
        <p:spPr>
          <a:xfrm>
            <a:off x="4665229" y="1257156"/>
            <a:ext cx="3210677" cy="22159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is often performed at lower identity threshold to accommodate sequencing errors  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 Inflates alpha diversity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High risk of overclassification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noProof="0" dirty="0">
              <a:sym typeface="Wingdings" panose="05000000000000000000" pitchFamily="2" charset="2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0A5B162-FEB4-4EE8-A69A-E003FC6F6B7B}"/>
              </a:ext>
            </a:extLst>
          </p:cNvPr>
          <p:cNvSpPr/>
          <p:nvPr/>
        </p:nvSpPr>
        <p:spPr>
          <a:xfrm>
            <a:off x="2942781" y="4632332"/>
            <a:ext cx="540000" cy="5400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CC2FB09-9941-100D-AAF4-0589C146A152}"/>
              </a:ext>
            </a:extLst>
          </p:cNvPr>
          <p:cNvSpPr/>
          <p:nvPr/>
        </p:nvSpPr>
        <p:spPr>
          <a:xfrm>
            <a:off x="1550839" y="5143296"/>
            <a:ext cx="540000" cy="540000"/>
          </a:xfrm>
          <a:prstGeom prst="ellipse">
            <a:avLst/>
          </a:prstGeom>
          <a:solidFill>
            <a:srgbClr val="92D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6BFA56-F958-3EF3-44CF-8A4675F308D9}"/>
              </a:ext>
            </a:extLst>
          </p:cNvPr>
          <p:cNvSpPr txBox="1"/>
          <p:nvPr/>
        </p:nvSpPr>
        <p:spPr>
          <a:xfrm>
            <a:off x="5345148" y="5614689"/>
            <a:ext cx="1713113" cy="553998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Sequences in the database</a:t>
            </a:r>
          </a:p>
        </p:txBody>
      </p:sp>
    </p:spTree>
    <p:extLst>
      <p:ext uri="{BB962C8B-B14F-4D97-AF65-F5344CB8AC3E}">
        <p14:creationId xmlns:p14="http://schemas.microsoft.com/office/powerpoint/2010/main" val="377026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F419-5988-B599-A506-9D830FF2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06EE5CA7-8641-B757-D6D3-C9C2E70A9068}"/>
              </a:ext>
            </a:extLst>
          </p:cNvPr>
          <p:cNvSpPr/>
          <p:nvPr/>
        </p:nvSpPr>
        <p:spPr>
          <a:xfrm>
            <a:off x="2142531" y="2022202"/>
            <a:ext cx="540000" cy="5400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4618F-C6B1-2CAD-4009-A43DE72C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a mapping </a:t>
            </a:r>
            <a:r>
              <a:rPr lang="en-US" noProof="0" dirty="0" err="1"/>
              <a:t>approch</a:t>
            </a:r>
            <a:r>
              <a:rPr lang="en-US" noProof="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9E646D-4787-65B5-EE21-1C28C996E729}"/>
              </a:ext>
            </a:extLst>
          </p:cNvPr>
          <p:cNvSpPr/>
          <p:nvPr/>
        </p:nvSpPr>
        <p:spPr>
          <a:xfrm>
            <a:off x="8087266" y="1161237"/>
            <a:ext cx="3688377" cy="49430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233308-837B-26A8-C364-B3F660EE1AF2}"/>
              </a:ext>
            </a:extLst>
          </p:cNvPr>
          <p:cNvSpPr txBox="1"/>
          <p:nvPr/>
        </p:nvSpPr>
        <p:spPr>
          <a:xfrm>
            <a:off x="8229497" y="1186071"/>
            <a:ext cx="3485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Sequences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00A8BF0-96FC-E113-A400-735A882BB50F}"/>
              </a:ext>
            </a:extLst>
          </p:cNvPr>
          <p:cNvSpPr/>
          <p:nvPr/>
        </p:nvSpPr>
        <p:spPr>
          <a:xfrm>
            <a:off x="10080569" y="3530576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53CAC6-F1A3-2C70-455D-6A1599D5B4E2}"/>
              </a:ext>
            </a:extLst>
          </p:cNvPr>
          <p:cNvSpPr/>
          <p:nvPr/>
        </p:nvSpPr>
        <p:spPr>
          <a:xfrm>
            <a:off x="9682289" y="4087476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F03FFE-ACAF-A69E-14DD-1B6C99AA63E8}"/>
              </a:ext>
            </a:extLst>
          </p:cNvPr>
          <p:cNvGrpSpPr/>
          <p:nvPr/>
        </p:nvGrpSpPr>
        <p:grpSpPr>
          <a:xfrm>
            <a:off x="11177007" y="1813542"/>
            <a:ext cx="452322" cy="578569"/>
            <a:chOff x="7441192" y="1753906"/>
            <a:chExt cx="452322" cy="57856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6F5D5C0-654E-AE40-64B5-3B081732D85F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B9FB453-73E1-2427-DF2B-78FDBB7655A1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7CB75559-AD11-ECCB-EC94-BF098CE83376}"/>
              </a:ext>
            </a:extLst>
          </p:cNvPr>
          <p:cNvSpPr/>
          <p:nvPr/>
        </p:nvSpPr>
        <p:spPr>
          <a:xfrm>
            <a:off x="9473528" y="4869381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517344-2E51-EE63-E48D-6F9A87014CE0}"/>
              </a:ext>
            </a:extLst>
          </p:cNvPr>
          <p:cNvGrpSpPr/>
          <p:nvPr/>
        </p:nvGrpSpPr>
        <p:grpSpPr>
          <a:xfrm>
            <a:off x="8703958" y="2160165"/>
            <a:ext cx="2621717" cy="3309465"/>
            <a:chOff x="4968143" y="2100529"/>
            <a:chExt cx="2621717" cy="330946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184E3A5-7932-B6B7-7749-7000B61A0062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45F5237-AEBD-16AF-3172-CD6C2FB59587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E7FF1AE-C0B1-4589-A9C0-77A40F2526F0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E6F30C9-DA71-43B5-BD7F-4A48A6569E39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AF9BF0E-BEBC-BAE0-6558-DFC3ACAD7A12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931A22E-E0D5-CD92-D810-6CA4747EF750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9AD767D1-5297-61C6-2DB4-EDD79C8C10CB}"/>
              </a:ext>
            </a:extLst>
          </p:cNvPr>
          <p:cNvSpPr/>
          <p:nvPr/>
        </p:nvSpPr>
        <p:spPr>
          <a:xfrm>
            <a:off x="8555761" y="2796567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5619A37-A23A-AD40-2746-46F1D7987C01}"/>
              </a:ext>
            </a:extLst>
          </p:cNvPr>
          <p:cNvSpPr/>
          <p:nvPr/>
        </p:nvSpPr>
        <p:spPr>
          <a:xfrm>
            <a:off x="9068220" y="3305654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1207C41-3F17-E846-BEAA-EEDCD2E9D8B2}"/>
              </a:ext>
            </a:extLst>
          </p:cNvPr>
          <p:cNvSpPr/>
          <p:nvPr/>
        </p:nvSpPr>
        <p:spPr>
          <a:xfrm>
            <a:off x="9723594" y="3049503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D369B24-AB71-0A8C-5341-988CC28FD903}"/>
              </a:ext>
            </a:extLst>
          </p:cNvPr>
          <p:cNvSpPr/>
          <p:nvPr/>
        </p:nvSpPr>
        <p:spPr>
          <a:xfrm>
            <a:off x="8478935" y="2392111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5229F26-BF90-49A0-0FAE-4F601D08ECC3}"/>
              </a:ext>
            </a:extLst>
          </p:cNvPr>
          <p:cNvSpPr/>
          <p:nvPr/>
        </p:nvSpPr>
        <p:spPr>
          <a:xfrm>
            <a:off x="9284275" y="20722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9F226C9-B201-5F27-3E59-DCE68D224FA6}"/>
              </a:ext>
            </a:extLst>
          </p:cNvPr>
          <p:cNvSpPr/>
          <p:nvPr/>
        </p:nvSpPr>
        <p:spPr>
          <a:xfrm>
            <a:off x="9460632" y="1704185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420A62A-5DAA-C204-FC15-BD57F3F48A4F}"/>
              </a:ext>
            </a:extLst>
          </p:cNvPr>
          <p:cNvSpPr/>
          <p:nvPr/>
        </p:nvSpPr>
        <p:spPr>
          <a:xfrm>
            <a:off x="10403726" y="1876454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E890AE7-29EC-5FBB-F060-F89A5631D6EC}"/>
              </a:ext>
            </a:extLst>
          </p:cNvPr>
          <p:cNvSpPr/>
          <p:nvPr/>
        </p:nvSpPr>
        <p:spPr>
          <a:xfrm>
            <a:off x="10231326" y="51072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20E3ED6-D010-E949-6421-13BCD98D5179}"/>
              </a:ext>
            </a:extLst>
          </p:cNvPr>
          <p:cNvSpPr/>
          <p:nvPr/>
        </p:nvSpPr>
        <p:spPr>
          <a:xfrm>
            <a:off x="10443083" y="4127845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290A41B-1768-ABAF-CC0D-7B706F211FDE}"/>
              </a:ext>
            </a:extLst>
          </p:cNvPr>
          <p:cNvSpPr/>
          <p:nvPr/>
        </p:nvSpPr>
        <p:spPr>
          <a:xfrm>
            <a:off x="11194866" y="4659283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4238EB0-3EED-C5AE-4657-471DB097A396}"/>
              </a:ext>
            </a:extLst>
          </p:cNvPr>
          <p:cNvSpPr/>
          <p:nvPr/>
        </p:nvSpPr>
        <p:spPr>
          <a:xfrm>
            <a:off x="10941263" y="424240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3254488-E502-99E0-868D-659498A3EDFA}"/>
              </a:ext>
            </a:extLst>
          </p:cNvPr>
          <p:cNvSpPr/>
          <p:nvPr/>
        </p:nvSpPr>
        <p:spPr>
          <a:xfrm>
            <a:off x="10067746" y="4764866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C9384EC-E64A-C359-59C7-442A76E8D652}"/>
              </a:ext>
            </a:extLst>
          </p:cNvPr>
          <p:cNvSpPr/>
          <p:nvPr/>
        </p:nvSpPr>
        <p:spPr>
          <a:xfrm>
            <a:off x="8960024" y="5537674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EB010-D6CE-61CB-6642-B1A1D4C242D7}"/>
              </a:ext>
            </a:extLst>
          </p:cNvPr>
          <p:cNvSpPr txBox="1"/>
          <p:nvPr/>
        </p:nvSpPr>
        <p:spPr>
          <a:xfrm>
            <a:off x="8303376" y="3653092"/>
            <a:ext cx="3325953" cy="3678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noProof="0" dirty="0"/>
              <a:t>Recovery of 0 ASVs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A01C22-14DC-37AA-AD36-480235F66AD1}"/>
              </a:ext>
            </a:extLst>
          </p:cNvPr>
          <p:cNvSpPr/>
          <p:nvPr/>
        </p:nvSpPr>
        <p:spPr>
          <a:xfrm>
            <a:off x="784013" y="1186071"/>
            <a:ext cx="3688377" cy="4943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6912BA-971B-01DD-40C2-3316AE750FC0}"/>
              </a:ext>
            </a:extLst>
          </p:cNvPr>
          <p:cNvSpPr txBox="1"/>
          <p:nvPr/>
        </p:nvSpPr>
        <p:spPr>
          <a:xfrm>
            <a:off x="784014" y="1186071"/>
            <a:ext cx="3345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/>
              <a:t>Database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F40EAE-FC7C-869C-EB0D-4C4659487D02}"/>
              </a:ext>
            </a:extLst>
          </p:cNvPr>
          <p:cNvSpPr txBox="1"/>
          <p:nvPr/>
        </p:nvSpPr>
        <p:spPr>
          <a:xfrm>
            <a:off x="5395604" y="3826907"/>
            <a:ext cx="2066203" cy="830997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the sequences to a database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5D891CC-375B-C4A9-D75F-C3F00B3D6C97}"/>
              </a:ext>
            </a:extLst>
          </p:cNvPr>
          <p:cNvSpPr/>
          <p:nvPr/>
        </p:nvSpPr>
        <p:spPr>
          <a:xfrm>
            <a:off x="2552213" y="3607591"/>
            <a:ext cx="261617" cy="261617"/>
          </a:xfrm>
          <a:prstGeom prst="ellipse">
            <a:avLst/>
          </a:prstGeom>
          <a:gradFill>
            <a:gsLst>
              <a:gs pos="0">
                <a:schemeClr val="tx2"/>
              </a:gs>
              <a:gs pos="60000">
                <a:srgbClr val="00B050"/>
              </a:gs>
              <a:gs pos="40000">
                <a:schemeClr val="tx2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912E969-1E3C-20D6-D068-B83617D5B2B4}"/>
              </a:ext>
            </a:extLst>
          </p:cNvPr>
          <p:cNvSpPr/>
          <p:nvPr/>
        </p:nvSpPr>
        <p:spPr>
          <a:xfrm>
            <a:off x="2153933" y="4164491"/>
            <a:ext cx="261617" cy="261617"/>
          </a:xfrm>
          <a:prstGeom prst="ellipse">
            <a:avLst/>
          </a:prstGeom>
          <a:gradFill>
            <a:gsLst>
              <a:gs pos="0">
                <a:schemeClr val="accent1"/>
              </a:gs>
              <a:gs pos="60000">
                <a:srgbClr val="00B050"/>
              </a:gs>
              <a:gs pos="40000">
                <a:schemeClr val="accent1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BE07AA7-59EA-A608-2B7F-4307694E6BE9}"/>
              </a:ext>
            </a:extLst>
          </p:cNvPr>
          <p:cNvGrpSpPr/>
          <p:nvPr/>
        </p:nvGrpSpPr>
        <p:grpSpPr>
          <a:xfrm>
            <a:off x="3648651" y="1890557"/>
            <a:ext cx="452322" cy="578569"/>
            <a:chOff x="7441192" y="1753906"/>
            <a:chExt cx="452322" cy="578569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9376BD2-C0FD-AB7C-919A-8C43604FD79A}"/>
                </a:ext>
              </a:extLst>
            </p:cNvPr>
            <p:cNvSpPr/>
            <p:nvPr/>
          </p:nvSpPr>
          <p:spPr>
            <a:xfrm>
              <a:off x="7631897" y="2070858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1AF9421-0D5C-63B0-09A0-7A6CD133F063}"/>
                </a:ext>
              </a:extLst>
            </p:cNvPr>
            <p:cNvSpPr/>
            <p:nvPr/>
          </p:nvSpPr>
          <p:spPr>
            <a:xfrm>
              <a:off x="7441192" y="1753906"/>
              <a:ext cx="261617" cy="26161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0EAB239A-74F0-2C12-32CE-D209729C5A3B}"/>
              </a:ext>
            </a:extLst>
          </p:cNvPr>
          <p:cNvSpPr/>
          <p:nvPr/>
        </p:nvSpPr>
        <p:spPr>
          <a:xfrm>
            <a:off x="1945172" y="4946396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0DBD2E1-0838-4679-72EF-9746B73C76F6}"/>
              </a:ext>
            </a:extLst>
          </p:cNvPr>
          <p:cNvGrpSpPr/>
          <p:nvPr/>
        </p:nvGrpSpPr>
        <p:grpSpPr>
          <a:xfrm>
            <a:off x="1175602" y="2237180"/>
            <a:ext cx="2621717" cy="3309465"/>
            <a:chOff x="4968143" y="2100529"/>
            <a:chExt cx="2621717" cy="330946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BA89DC7-96D7-AA7E-4B10-C70D03056E4E}"/>
                </a:ext>
              </a:extLst>
            </p:cNvPr>
            <p:cNvSpPr/>
            <p:nvPr/>
          </p:nvSpPr>
          <p:spPr>
            <a:xfrm>
              <a:off x="4968143" y="309361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4A190AA-D695-F4D6-E966-138DD8F402E4}"/>
                </a:ext>
              </a:extLst>
            </p:cNvPr>
            <p:cNvSpPr/>
            <p:nvPr/>
          </p:nvSpPr>
          <p:spPr>
            <a:xfrm>
              <a:off x="5070788" y="210052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261193A-9FA6-81E3-3C70-698190AD2DDA}"/>
                </a:ext>
              </a:extLst>
            </p:cNvPr>
            <p:cNvSpPr/>
            <p:nvPr/>
          </p:nvSpPr>
          <p:spPr>
            <a:xfrm>
              <a:off x="6636757" y="22873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037D1D6-EBF0-C1CE-0306-F5A1D33BF43E}"/>
                </a:ext>
              </a:extLst>
            </p:cNvPr>
            <p:cNvSpPr/>
            <p:nvPr/>
          </p:nvSpPr>
          <p:spPr>
            <a:xfrm>
              <a:off x="7328243" y="497187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3B9F164-81A8-3A55-3962-BDA2E830617A}"/>
                </a:ext>
              </a:extLst>
            </p:cNvPr>
            <p:cNvSpPr/>
            <p:nvPr/>
          </p:nvSpPr>
          <p:spPr>
            <a:xfrm>
              <a:off x="6875309" y="5148377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87A3703A-54C3-7AC9-BAE1-0C7AE56FE9AC}"/>
                </a:ext>
              </a:extLst>
            </p:cNvPr>
            <p:cNvSpPr/>
            <p:nvPr/>
          </p:nvSpPr>
          <p:spPr>
            <a:xfrm>
              <a:off x="5357746" y="4731742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9" name="Oval 78">
            <a:extLst>
              <a:ext uri="{FF2B5EF4-FFF2-40B4-BE49-F238E27FC236}">
                <a16:creationId xmlns:a16="http://schemas.microsoft.com/office/drawing/2014/main" id="{C95498A1-9A59-CD49-213D-56BBABF3EF9B}"/>
              </a:ext>
            </a:extLst>
          </p:cNvPr>
          <p:cNvSpPr/>
          <p:nvPr/>
        </p:nvSpPr>
        <p:spPr>
          <a:xfrm>
            <a:off x="1027405" y="2873582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FDE4C00-0ADF-DA9F-958D-1095A8C80CBB}"/>
              </a:ext>
            </a:extLst>
          </p:cNvPr>
          <p:cNvSpPr/>
          <p:nvPr/>
        </p:nvSpPr>
        <p:spPr>
          <a:xfrm>
            <a:off x="1539864" y="3382669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FBB21E2-734C-2C85-96CC-7FAEC6A90798}"/>
              </a:ext>
            </a:extLst>
          </p:cNvPr>
          <p:cNvSpPr/>
          <p:nvPr/>
        </p:nvSpPr>
        <p:spPr>
          <a:xfrm>
            <a:off x="2195238" y="3126518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4355A2E-DFA4-FCED-AC1F-76506EA33E68}"/>
              </a:ext>
            </a:extLst>
          </p:cNvPr>
          <p:cNvSpPr/>
          <p:nvPr/>
        </p:nvSpPr>
        <p:spPr>
          <a:xfrm>
            <a:off x="950579" y="2469126"/>
            <a:ext cx="261617" cy="261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1C8E6D0-036A-DCCF-D1EF-2E737504B6E1}"/>
              </a:ext>
            </a:extLst>
          </p:cNvPr>
          <p:cNvSpPr/>
          <p:nvPr/>
        </p:nvSpPr>
        <p:spPr>
          <a:xfrm>
            <a:off x="1755919" y="21493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569AE01-9D8F-108D-EDC7-BE12E586DF99}"/>
              </a:ext>
            </a:extLst>
          </p:cNvPr>
          <p:cNvSpPr/>
          <p:nvPr/>
        </p:nvSpPr>
        <p:spPr>
          <a:xfrm>
            <a:off x="1932276" y="1781200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AB8B56C-5CA7-9EA0-2251-E039185BC39B}"/>
              </a:ext>
            </a:extLst>
          </p:cNvPr>
          <p:cNvSpPr/>
          <p:nvPr/>
        </p:nvSpPr>
        <p:spPr>
          <a:xfrm>
            <a:off x="2875370" y="1953469"/>
            <a:ext cx="261617" cy="2616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4B2F5BA-6CB1-7867-FED4-F255EDCF94AF}"/>
              </a:ext>
            </a:extLst>
          </p:cNvPr>
          <p:cNvSpPr/>
          <p:nvPr/>
        </p:nvSpPr>
        <p:spPr>
          <a:xfrm>
            <a:off x="2702970" y="51842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1E085A9-D684-93DB-70AB-11E896C42751}"/>
              </a:ext>
            </a:extLst>
          </p:cNvPr>
          <p:cNvSpPr/>
          <p:nvPr/>
        </p:nvSpPr>
        <p:spPr>
          <a:xfrm>
            <a:off x="2914727" y="4204860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C0EE7F1-E0A5-F2C3-6E57-0F2E918477EA}"/>
              </a:ext>
            </a:extLst>
          </p:cNvPr>
          <p:cNvSpPr/>
          <p:nvPr/>
        </p:nvSpPr>
        <p:spPr>
          <a:xfrm>
            <a:off x="3666510" y="4736298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32A2851-D6D9-7188-9A48-31E048B23ED7}"/>
              </a:ext>
            </a:extLst>
          </p:cNvPr>
          <p:cNvSpPr/>
          <p:nvPr/>
        </p:nvSpPr>
        <p:spPr>
          <a:xfrm>
            <a:off x="3412907" y="431942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E0B8AE0-73D3-5B6A-4642-ADE984C56EFF}"/>
              </a:ext>
            </a:extLst>
          </p:cNvPr>
          <p:cNvSpPr/>
          <p:nvPr/>
        </p:nvSpPr>
        <p:spPr>
          <a:xfrm>
            <a:off x="2539390" y="4841881"/>
            <a:ext cx="261617" cy="2616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655A3EE-DA15-24C9-53D1-58627556E2DA}"/>
              </a:ext>
            </a:extLst>
          </p:cNvPr>
          <p:cNvSpPr/>
          <p:nvPr/>
        </p:nvSpPr>
        <p:spPr>
          <a:xfrm>
            <a:off x="1431668" y="5614689"/>
            <a:ext cx="261617" cy="26161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4357F5-8282-AB4F-56D6-7853D54938F5}"/>
              </a:ext>
            </a:extLst>
          </p:cNvPr>
          <p:cNvSpPr/>
          <p:nvPr/>
        </p:nvSpPr>
        <p:spPr>
          <a:xfrm>
            <a:off x="1390599" y="4662072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CC42581-D99F-E5F1-E145-4436D61D9498}"/>
              </a:ext>
            </a:extLst>
          </p:cNvPr>
          <p:cNvSpPr/>
          <p:nvPr/>
        </p:nvSpPr>
        <p:spPr>
          <a:xfrm>
            <a:off x="2344060" y="5445898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3A15D2-BE30-DBFB-3E45-E986507C53F8}"/>
              </a:ext>
            </a:extLst>
          </p:cNvPr>
          <p:cNvSpPr/>
          <p:nvPr/>
        </p:nvSpPr>
        <p:spPr>
          <a:xfrm>
            <a:off x="819537" y="5216387"/>
            <a:ext cx="540000" cy="540000"/>
          </a:xfrm>
          <a:prstGeom prst="ellipse">
            <a:avLst/>
          </a:prstGeom>
          <a:solidFill>
            <a:srgbClr val="92D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BBE17E-8935-46CA-08D3-8100653822CD}"/>
              </a:ext>
            </a:extLst>
          </p:cNvPr>
          <p:cNvSpPr/>
          <p:nvPr/>
        </p:nvSpPr>
        <p:spPr>
          <a:xfrm>
            <a:off x="3403765" y="4987155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43180E-6418-B9F5-12F9-4804BCB87BC2}"/>
              </a:ext>
            </a:extLst>
          </p:cNvPr>
          <p:cNvSpPr/>
          <p:nvPr/>
        </p:nvSpPr>
        <p:spPr>
          <a:xfrm>
            <a:off x="3808284" y="4224866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3A2E5E-35CE-15D3-5750-03B0A7C73A1C}"/>
              </a:ext>
            </a:extLst>
          </p:cNvPr>
          <p:cNvSpPr/>
          <p:nvPr/>
        </p:nvSpPr>
        <p:spPr>
          <a:xfrm>
            <a:off x="2775566" y="4047547"/>
            <a:ext cx="540000" cy="540000"/>
          </a:xfrm>
          <a:prstGeom prst="ellipse">
            <a:avLst/>
          </a:prstGeom>
          <a:solidFill>
            <a:srgbClr val="00B05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657C20-16D7-E34B-BBDE-9E7DEF3A82E7}"/>
              </a:ext>
            </a:extLst>
          </p:cNvPr>
          <p:cNvSpPr/>
          <p:nvPr/>
        </p:nvSpPr>
        <p:spPr>
          <a:xfrm>
            <a:off x="3658127" y="3017132"/>
            <a:ext cx="540000" cy="540000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D420E2-4922-1FF9-9787-37D58D957E2E}"/>
              </a:ext>
            </a:extLst>
          </p:cNvPr>
          <p:cNvSpPr/>
          <p:nvPr/>
        </p:nvSpPr>
        <p:spPr>
          <a:xfrm>
            <a:off x="2291524" y="2572318"/>
            <a:ext cx="540000" cy="540000"/>
          </a:xfrm>
          <a:prstGeom prst="ellipse">
            <a:avLst/>
          </a:prstGeom>
          <a:solidFill>
            <a:schemeClr val="tx2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BD280B-0331-1F2E-A017-1E7F2241411E}"/>
              </a:ext>
            </a:extLst>
          </p:cNvPr>
          <p:cNvSpPr/>
          <p:nvPr/>
        </p:nvSpPr>
        <p:spPr>
          <a:xfrm>
            <a:off x="1064638" y="3520479"/>
            <a:ext cx="540000" cy="540000"/>
          </a:xfrm>
          <a:prstGeom prst="ellipse">
            <a:avLst/>
          </a:prstGeom>
          <a:solidFill>
            <a:schemeClr val="accent1">
              <a:lumMod val="5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1AD418-4680-75D0-5EF1-767D262A1BC6}"/>
              </a:ext>
            </a:extLst>
          </p:cNvPr>
          <p:cNvSpPr/>
          <p:nvPr/>
        </p:nvSpPr>
        <p:spPr>
          <a:xfrm>
            <a:off x="1320964" y="1675086"/>
            <a:ext cx="540000" cy="540000"/>
          </a:xfrm>
          <a:prstGeom prst="ellipse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BF7509-50B4-E01A-729C-75D656C34FD6}"/>
              </a:ext>
            </a:extLst>
          </p:cNvPr>
          <p:cNvSpPr/>
          <p:nvPr/>
        </p:nvSpPr>
        <p:spPr>
          <a:xfrm>
            <a:off x="4704413" y="5606306"/>
            <a:ext cx="540000" cy="540000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55BCC9-9F4B-6C3A-9F90-3F2FE3E98E66}"/>
              </a:ext>
            </a:extLst>
          </p:cNvPr>
          <p:cNvCxnSpPr>
            <a:cxnSpLocks/>
          </p:cNvCxnSpPr>
          <p:nvPr/>
        </p:nvCxnSpPr>
        <p:spPr>
          <a:xfrm flipH="1">
            <a:off x="2643943" y="2574669"/>
            <a:ext cx="307927" cy="188126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DE3F15-BBA9-ED59-19C3-82B7B6C0D301}"/>
              </a:ext>
            </a:extLst>
          </p:cNvPr>
          <p:cNvCxnSpPr>
            <a:cxnSpLocks/>
          </p:cNvCxnSpPr>
          <p:nvPr/>
        </p:nvCxnSpPr>
        <p:spPr>
          <a:xfrm flipH="1">
            <a:off x="1629568" y="1904146"/>
            <a:ext cx="343826" cy="42563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5F1BCBB-DB2D-EE3B-57F5-01B03E47620F}"/>
              </a:ext>
            </a:extLst>
          </p:cNvPr>
          <p:cNvCxnSpPr>
            <a:cxnSpLocks/>
          </p:cNvCxnSpPr>
          <p:nvPr/>
        </p:nvCxnSpPr>
        <p:spPr>
          <a:xfrm flipH="1" flipV="1">
            <a:off x="1657386" y="2084277"/>
            <a:ext cx="229341" cy="193294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3FA1B21-E833-9898-F35B-DBF45CD1238E}"/>
              </a:ext>
            </a:extLst>
          </p:cNvPr>
          <p:cNvCxnSpPr>
            <a:cxnSpLocks/>
          </p:cNvCxnSpPr>
          <p:nvPr/>
        </p:nvCxnSpPr>
        <p:spPr>
          <a:xfrm flipH="1">
            <a:off x="2536879" y="2084277"/>
            <a:ext cx="419630" cy="171933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A4F2C30-D420-BCAA-63A9-251C442B9140}"/>
              </a:ext>
            </a:extLst>
          </p:cNvPr>
          <p:cNvSpPr txBox="1"/>
          <p:nvPr/>
        </p:nvSpPr>
        <p:spPr>
          <a:xfrm>
            <a:off x="4665229" y="1257156"/>
            <a:ext cx="3210677" cy="22159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is often performed at lower identity threshold to accommodate sequencing errors  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 Inflates alpha diversity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High risk of overclassification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noProof="0" dirty="0">
              <a:sym typeface="Wingdings" panose="05000000000000000000" pitchFamily="2" charset="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3A486C8-1B8C-FE94-AD10-8563C37780E9}"/>
              </a:ext>
            </a:extLst>
          </p:cNvPr>
          <p:cNvSpPr/>
          <p:nvPr/>
        </p:nvSpPr>
        <p:spPr>
          <a:xfrm>
            <a:off x="1387386" y="2565541"/>
            <a:ext cx="540000" cy="540000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373E72-F113-47BC-06BD-BEE3ACD050A9}"/>
              </a:ext>
            </a:extLst>
          </p:cNvPr>
          <p:cNvSpPr txBox="1"/>
          <p:nvPr/>
        </p:nvSpPr>
        <p:spPr>
          <a:xfrm>
            <a:off x="4650190" y="3714179"/>
            <a:ext cx="3210677" cy="110799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If no match to the database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Sequences will be unclassified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Novelty not detected</a:t>
            </a:r>
          </a:p>
        </p:txBody>
      </p:sp>
      <p:sp>
        <p:nvSpPr>
          <p:cNvPr id="55" name="Multiplication Sign 54">
            <a:extLst>
              <a:ext uri="{FF2B5EF4-FFF2-40B4-BE49-F238E27FC236}">
                <a16:creationId xmlns:a16="http://schemas.microsoft.com/office/drawing/2014/main" id="{A1D9D8CD-3875-A933-7AED-124D871624E5}"/>
              </a:ext>
            </a:extLst>
          </p:cNvPr>
          <p:cNvSpPr/>
          <p:nvPr/>
        </p:nvSpPr>
        <p:spPr>
          <a:xfrm>
            <a:off x="848379" y="2333902"/>
            <a:ext cx="477160" cy="541080"/>
          </a:xfrm>
          <a:prstGeom prst="mathMultiply">
            <a:avLst>
              <a:gd name="adj1" fmla="val 6734"/>
            </a:avLst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Multiplication Sign 56">
            <a:extLst>
              <a:ext uri="{FF2B5EF4-FFF2-40B4-BE49-F238E27FC236}">
                <a16:creationId xmlns:a16="http://schemas.microsoft.com/office/drawing/2014/main" id="{3C87A958-C540-B412-2BE5-84B750C03A14}"/>
              </a:ext>
            </a:extLst>
          </p:cNvPr>
          <p:cNvSpPr/>
          <p:nvPr/>
        </p:nvSpPr>
        <p:spPr>
          <a:xfrm>
            <a:off x="923423" y="2728589"/>
            <a:ext cx="477160" cy="541080"/>
          </a:xfrm>
          <a:prstGeom prst="mathMultiply">
            <a:avLst>
              <a:gd name="adj1" fmla="val 6734"/>
            </a:avLst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Multiplication Sign 57">
            <a:extLst>
              <a:ext uri="{FF2B5EF4-FFF2-40B4-BE49-F238E27FC236}">
                <a16:creationId xmlns:a16="http://schemas.microsoft.com/office/drawing/2014/main" id="{935A4139-A305-78A4-7715-80CF5834502F}"/>
              </a:ext>
            </a:extLst>
          </p:cNvPr>
          <p:cNvSpPr/>
          <p:nvPr/>
        </p:nvSpPr>
        <p:spPr>
          <a:xfrm>
            <a:off x="2036236" y="4008568"/>
            <a:ext cx="477160" cy="541080"/>
          </a:xfrm>
          <a:prstGeom prst="mathMultiply">
            <a:avLst>
              <a:gd name="adj1" fmla="val 6734"/>
            </a:avLst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" name="Multiplication Sign 58">
            <a:extLst>
              <a:ext uri="{FF2B5EF4-FFF2-40B4-BE49-F238E27FC236}">
                <a16:creationId xmlns:a16="http://schemas.microsoft.com/office/drawing/2014/main" id="{FC530FC0-EC6E-56D8-BEDD-64595B7D5010}"/>
              </a:ext>
            </a:extLst>
          </p:cNvPr>
          <p:cNvSpPr/>
          <p:nvPr/>
        </p:nvSpPr>
        <p:spPr>
          <a:xfrm>
            <a:off x="2446171" y="3466791"/>
            <a:ext cx="477160" cy="541080"/>
          </a:xfrm>
          <a:prstGeom prst="mathMultiply">
            <a:avLst>
              <a:gd name="adj1" fmla="val 6734"/>
            </a:avLst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E864B38-18CA-A3A6-69A3-8D666FD2064F}"/>
              </a:ext>
            </a:extLst>
          </p:cNvPr>
          <p:cNvSpPr/>
          <p:nvPr/>
        </p:nvSpPr>
        <p:spPr>
          <a:xfrm>
            <a:off x="4704413" y="4945880"/>
            <a:ext cx="540000" cy="540000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857421-52DF-3E83-7515-F28C7FD36937}"/>
              </a:ext>
            </a:extLst>
          </p:cNvPr>
          <p:cNvSpPr txBox="1"/>
          <p:nvPr/>
        </p:nvSpPr>
        <p:spPr>
          <a:xfrm>
            <a:off x="5345148" y="4945880"/>
            <a:ext cx="2066203" cy="553998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Not present in the database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8137C51-3DF1-C156-0268-DD504CA9DA46}"/>
              </a:ext>
            </a:extLst>
          </p:cNvPr>
          <p:cNvSpPr/>
          <p:nvPr/>
        </p:nvSpPr>
        <p:spPr>
          <a:xfrm>
            <a:off x="2942781" y="4632332"/>
            <a:ext cx="540000" cy="5400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A806DAE-A07B-9F05-7DA9-2A3DD99FF030}"/>
              </a:ext>
            </a:extLst>
          </p:cNvPr>
          <p:cNvSpPr/>
          <p:nvPr/>
        </p:nvSpPr>
        <p:spPr>
          <a:xfrm>
            <a:off x="1550839" y="5143296"/>
            <a:ext cx="540000" cy="540000"/>
          </a:xfrm>
          <a:prstGeom prst="ellipse">
            <a:avLst/>
          </a:prstGeom>
          <a:solidFill>
            <a:srgbClr val="92D050"/>
          </a:solidFill>
          <a:ln w="12700">
            <a:solidFill>
              <a:srgbClr val="1D1D1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0F586FF-7795-227D-8951-26967FB47DC4}"/>
              </a:ext>
            </a:extLst>
          </p:cNvPr>
          <p:cNvCxnSpPr>
            <a:cxnSpLocks/>
          </p:cNvCxnSpPr>
          <p:nvPr/>
        </p:nvCxnSpPr>
        <p:spPr>
          <a:xfrm>
            <a:off x="1320964" y="3384657"/>
            <a:ext cx="0" cy="329522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7A29FC7-EDDE-D4A3-9BF6-F30489445D2F}"/>
              </a:ext>
            </a:extLst>
          </p:cNvPr>
          <p:cNvCxnSpPr>
            <a:cxnSpLocks/>
          </p:cNvCxnSpPr>
          <p:nvPr/>
        </p:nvCxnSpPr>
        <p:spPr>
          <a:xfrm flipH="1">
            <a:off x="1402176" y="3567271"/>
            <a:ext cx="190791" cy="203618"/>
          </a:xfrm>
          <a:prstGeom prst="straightConnector1">
            <a:avLst/>
          </a:prstGeom>
          <a:ln w="57150">
            <a:solidFill>
              <a:srgbClr val="1D1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5F3F608D-EA60-E9B5-5EC2-7C43792A43E2}"/>
              </a:ext>
            </a:extLst>
          </p:cNvPr>
          <p:cNvSpPr/>
          <p:nvPr/>
        </p:nvSpPr>
        <p:spPr>
          <a:xfrm>
            <a:off x="3932391" y="1696742"/>
            <a:ext cx="540000" cy="540000"/>
          </a:xfrm>
          <a:prstGeom prst="ellipse">
            <a:avLst/>
          </a:prstGeom>
          <a:solidFill>
            <a:srgbClr val="FFFF00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3149A0F-73D6-1CBD-5275-2333246DF456}"/>
              </a:ext>
            </a:extLst>
          </p:cNvPr>
          <p:cNvSpPr txBox="1"/>
          <p:nvPr/>
        </p:nvSpPr>
        <p:spPr>
          <a:xfrm>
            <a:off x="5345148" y="5614689"/>
            <a:ext cx="1713113" cy="553998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Sequences in the database</a:t>
            </a:r>
          </a:p>
        </p:txBody>
      </p:sp>
    </p:spTree>
    <p:extLst>
      <p:ext uri="{BB962C8B-B14F-4D97-AF65-F5344CB8AC3E}">
        <p14:creationId xmlns:p14="http://schemas.microsoft.com/office/powerpoint/2010/main" val="135012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46491-CFC5-0E31-E348-875BF478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467D-056E-FDC6-5F90-64048F1D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Also used in our nanopore 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DA1A5-44BF-223F-BCB6-FB3EE44B0A92}"/>
              </a:ext>
            </a:extLst>
          </p:cNvPr>
          <p:cNvSpPr txBox="1"/>
          <p:nvPr/>
        </p:nvSpPr>
        <p:spPr>
          <a:xfrm>
            <a:off x="697791" y="1521652"/>
            <a:ext cx="3210677" cy="22159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Mapping is often performed at lower identity threshold to accommodate sequencing errors  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 Inflates alpha diversity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High risk of overclassification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noProof="0" dirty="0">
              <a:sym typeface="Wingdings" panose="05000000000000000000" pitchFamily="2" charset="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B5EEFF-F332-A770-14DC-95AB820CD193}"/>
              </a:ext>
            </a:extLst>
          </p:cNvPr>
          <p:cNvSpPr txBox="1"/>
          <p:nvPr/>
        </p:nvSpPr>
        <p:spPr>
          <a:xfrm>
            <a:off x="682752" y="3978675"/>
            <a:ext cx="3210677" cy="110799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If no match to the database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Sequences will be unclassified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Novelty not detected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51B9EC-3B88-643C-5E5E-8071EB2712DB}"/>
              </a:ext>
            </a:extLst>
          </p:cNvPr>
          <p:cNvSpPr/>
          <p:nvPr/>
        </p:nvSpPr>
        <p:spPr>
          <a:xfrm>
            <a:off x="6299200" y="1388782"/>
            <a:ext cx="3891280" cy="4303655"/>
          </a:xfrm>
          <a:prstGeom prst="roundRect">
            <a:avLst>
              <a:gd name="adj" fmla="val 2307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714906-A995-90E1-784D-0EFB4C37DD07}"/>
              </a:ext>
            </a:extLst>
          </p:cNvPr>
          <p:cNvSpPr txBox="1"/>
          <p:nvPr/>
        </p:nvSpPr>
        <p:spPr>
          <a:xfrm>
            <a:off x="6863080" y="2044949"/>
            <a:ext cx="2763520" cy="416308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b="1" noProof="0" dirty="0">
                <a:solidFill>
                  <a:srgbClr val="1D1D1D"/>
                </a:solidFill>
              </a:rPr>
              <a:t>Previous Nanopore pipeline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4A474B-A676-FFC3-C262-1D9D814AFCC8}"/>
              </a:ext>
            </a:extLst>
          </p:cNvPr>
          <p:cNvSpPr txBox="1"/>
          <p:nvPr/>
        </p:nvSpPr>
        <p:spPr>
          <a:xfrm>
            <a:off x="7149274" y="3244334"/>
            <a:ext cx="2191132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b="0" i="0" noProof="0" dirty="0">
                <a:solidFill>
                  <a:srgbClr val="1F2328"/>
                </a:solidFill>
                <a:effectLst/>
                <a:latin typeface="Monaspace Neon"/>
              </a:rPr>
              <a:t>Quality filtering </a:t>
            </a:r>
            <a:r>
              <a:rPr lang="en-US" b="0" i="0" noProof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endParaRPr lang="en-US" noProof="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9DA763-8D89-484E-E800-E00044B89976}"/>
              </a:ext>
            </a:extLst>
          </p:cNvPr>
          <p:cNvSpPr txBox="1"/>
          <p:nvPr/>
        </p:nvSpPr>
        <p:spPr>
          <a:xfrm>
            <a:off x="7289165" y="2524664"/>
            <a:ext cx="1911350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b="0" i="0" noProof="0" dirty="0">
                <a:solidFill>
                  <a:srgbClr val="1F2328"/>
                </a:solidFill>
                <a:effectLst/>
                <a:latin typeface="Monaspace Neon"/>
              </a:rPr>
              <a:t>Nanopore reads</a:t>
            </a:r>
            <a:endParaRPr lang="en-US" noProof="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0740206-C27C-B309-5D5D-7904A12CAA41}"/>
              </a:ext>
            </a:extLst>
          </p:cNvPr>
          <p:cNvSpPr txBox="1"/>
          <p:nvPr/>
        </p:nvSpPr>
        <p:spPr>
          <a:xfrm>
            <a:off x="6863080" y="4032052"/>
            <a:ext cx="2763520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noProof="0" dirty="0">
                <a:solidFill>
                  <a:srgbClr val="1F2328"/>
                </a:solidFill>
                <a:latin typeface="Monaspace Neon"/>
              </a:rPr>
              <a:t>Minimap2 to the MiDAS database (ID=95%)</a:t>
            </a:r>
            <a:endParaRPr lang="en-US" noProof="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64C1B3C-BA56-47BC-2E39-1A6A2DA3F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130" y="1486127"/>
            <a:ext cx="1544483" cy="36933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31AE3403-D7E5-7F82-423D-943FB037811A}"/>
              </a:ext>
            </a:extLst>
          </p:cNvPr>
          <p:cNvSpPr txBox="1"/>
          <p:nvPr/>
        </p:nvSpPr>
        <p:spPr>
          <a:xfrm>
            <a:off x="7262956" y="5051544"/>
            <a:ext cx="1963769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b="0" i="0" noProof="0" dirty="0">
                <a:solidFill>
                  <a:srgbClr val="1F2328"/>
                </a:solidFill>
                <a:effectLst/>
                <a:latin typeface="Monaspace Neon"/>
              </a:rPr>
              <a:t>Abundance table</a:t>
            </a:r>
            <a:endParaRPr lang="en-US" noProof="0" dirty="0"/>
          </a:p>
        </p:txBody>
      </p:sp>
      <p:sp>
        <p:nvSpPr>
          <p:cNvPr id="96" name="Arrow: Down 95">
            <a:extLst>
              <a:ext uri="{FF2B5EF4-FFF2-40B4-BE49-F238E27FC236}">
                <a16:creationId xmlns:a16="http://schemas.microsoft.com/office/drawing/2014/main" id="{DFB62E6E-BB05-F10E-5D32-BD9E5E4C3336}"/>
              </a:ext>
            </a:extLst>
          </p:cNvPr>
          <p:cNvSpPr/>
          <p:nvPr/>
        </p:nvSpPr>
        <p:spPr>
          <a:xfrm>
            <a:off x="8041640" y="2871526"/>
            <a:ext cx="406400" cy="358960"/>
          </a:xfrm>
          <a:prstGeom prst="downArrow">
            <a:avLst>
              <a:gd name="adj1" fmla="val 4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Arrow: Down 98">
            <a:extLst>
              <a:ext uri="{FF2B5EF4-FFF2-40B4-BE49-F238E27FC236}">
                <a16:creationId xmlns:a16="http://schemas.microsoft.com/office/drawing/2014/main" id="{1AE43480-3C1E-C3E8-152D-09DC5AF399FD}"/>
              </a:ext>
            </a:extLst>
          </p:cNvPr>
          <p:cNvSpPr/>
          <p:nvPr/>
        </p:nvSpPr>
        <p:spPr>
          <a:xfrm>
            <a:off x="8041640" y="3673423"/>
            <a:ext cx="406400" cy="358960"/>
          </a:xfrm>
          <a:prstGeom prst="downArrow">
            <a:avLst>
              <a:gd name="adj1" fmla="val 4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Arrow: Down 99">
            <a:extLst>
              <a:ext uri="{FF2B5EF4-FFF2-40B4-BE49-F238E27FC236}">
                <a16:creationId xmlns:a16="http://schemas.microsoft.com/office/drawing/2014/main" id="{A775DADF-7EF7-3E04-374D-4FCCAE97A800}"/>
              </a:ext>
            </a:extLst>
          </p:cNvPr>
          <p:cNvSpPr/>
          <p:nvPr/>
        </p:nvSpPr>
        <p:spPr>
          <a:xfrm>
            <a:off x="8041640" y="4733336"/>
            <a:ext cx="406400" cy="358960"/>
          </a:xfrm>
          <a:prstGeom prst="downArrow">
            <a:avLst>
              <a:gd name="adj1" fmla="val 4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2808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53FB5C-792D-D11F-BEAB-A9161E41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7A0A-D75B-64D5-3B92-C195C4F3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Issues with nanopore amplicon workflow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AD491-7F5A-1B73-87B2-4142AD02A9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865" y="1240426"/>
            <a:ext cx="4572295" cy="4858569"/>
          </a:xfrm>
        </p:spPr>
        <p:txBody>
          <a:bodyPr>
            <a:normAutofit/>
          </a:bodyPr>
          <a:lstStyle/>
          <a:p>
            <a:r>
              <a:rPr lang="en-US" sz="2000" noProof="0" dirty="0"/>
              <a:t>Current workflows: </a:t>
            </a:r>
          </a:p>
          <a:p>
            <a:pPr lvl="1"/>
            <a:r>
              <a:rPr lang="en-US" sz="1800" noProof="0" dirty="0"/>
              <a:t>Alignment based</a:t>
            </a:r>
          </a:p>
          <a:p>
            <a:pPr lvl="1"/>
            <a:r>
              <a:rPr lang="en-US" sz="1800" noProof="0" dirty="0"/>
              <a:t>OTU based</a:t>
            </a:r>
          </a:p>
          <a:p>
            <a:pPr lvl="1"/>
            <a:endParaRPr lang="en-US" sz="1800" noProof="0" dirty="0"/>
          </a:p>
          <a:p>
            <a:r>
              <a:rPr lang="en-US" sz="2000" noProof="0" dirty="0"/>
              <a:t>Rely heavily on the database </a:t>
            </a:r>
          </a:p>
          <a:p>
            <a:pPr lvl="1"/>
            <a:r>
              <a:rPr lang="en-US" sz="1800" noProof="0" dirty="0"/>
              <a:t>Novel taxa is not discovered</a:t>
            </a:r>
          </a:p>
          <a:p>
            <a:pPr lvl="1"/>
            <a:r>
              <a:rPr lang="en-US" sz="1800" noProof="0" dirty="0"/>
              <a:t>Alignment based workflows tend to overclassify </a:t>
            </a:r>
          </a:p>
          <a:p>
            <a:endParaRPr lang="en-US" sz="2000" noProof="0" dirty="0"/>
          </a:p>
          <a:p>
            <a:r>
              <a:rPr lang="en-US" sz="2000" noProof="0" dirty="0"/>
              <a:t>Goal: Get back to ASVs to better catch novelty</a:t>
            </a:r>
          </a:p>
          <a:p>
            <a:endParaRPr lang="en-US" sz="1600" noProof="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6EF987-68D1-3062-E774-099558CB02D7}"/>
              </a:ext>
            </a:extLst>
          </p:cNvPr>
          <p:cNvSpPr/>
          <p:nvPr/>
        </p:nvSpPr>
        <p:spPr>
          <a:xfrm>
            <a:off x="6299200" y="1388782"/>
            <a:ext cx="3891280" cy="4303655"/>
          </a:xfrm>
          <a:prstGeom prst="roundRect">
            <a:avLst>
              <a:gd name="adj" fmla="val 2307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66516-8280-49C4-7DB9-88BB47F5C98D}"/>
              </a:ext>
            </a:extLst>
          </p:cNvPr>
          <p:cNvSpPr txBox="1"/>
          <p:nvPr/>
        </p:nvSpPr>
        <p:spPr>
          <a:xfrm>
            <a:off x="6863080" y="1978092"/>
            <a:ext cx="2763520" cy="416308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b="1" noProof="0" dirty="0">
                <a:solidFill>
                  <a:srgbClr val="1D1D1D"/>
                </a:solidFill>
              </a:rPr>
              <a:t>Current Nanopore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D80BC-2D5A-BE7C-5FAB-460E802419C3}"/>
              </a:ext>
            </a:extLst>
          </p:cNvPr>
          <p:cNvSpPr txBox="1"/>
          <p:nvPr/>
        </p:nvSpPr>
        <p:spPr>
          <a:xfrm>
            <a:off x="7791450" y="3251365"/>
            <a:ext cx="906780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b="0" i="0" noProof="0" dirty="0" err="1">
                <a:solidFill>
                  <a:srgbClr val="1F2328"/>
                </a:solidFill>
                <a:effectLst/>
                <a:latin typeface="Monaspace Neon"/>
              </a:rPr>
              <a:t>filtlong</a:t>
            </a:r>
            <a:r>
              <a:rPr lang="en-US" b="0" i="0" noProof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87D7E-F0EB-2A2B-5149-28EF0CCA0796}"/>
              </a:ext>
            </a:extLst>
          </p:cNvPr>
          <p:cNvSpPr txBox="1"/>
          <p:nvPr/>
        </p:nvSpPr>
        <p:spPr>
          <a:xfrm>
            <a:off x="7289165" y="2524664"/>
            <a:ext cx="1911350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b="0" i="0" noProof="0" dirty="0">
                <a:solidFill>
                  <a:srgbClr val="1F2328"/>
                </a:solidFill>
                <a:effectLst/>
                <a:latin typeface="Monaspace Neon"/>
              </a:rPr>
              <a:t>Nanopore reads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B62EA-2382-963D-28E9-C88C03ED9ED8}"/>
              </a:ext>
            </a:extLst>
          </p:cNvPr>
          <p:cNvSpPr txBox="1"/>
          <p:nvPr/>
        </p:nvSpPr>
        <p:spPr>
          <a:xfrm>
            <a:off x="6863080" y="4032052"/>
            <a:ext cx="2763520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noProof="0" dirty="0">
                <a:solidFill>
                  <a:srgbClr val="1F2328"/>
                </a:solidFill>
                <a:latin typeface="Monaspace Neon"/>
              </a:rPr>
              <a:t>Mimimap2 to the MiDAS database (ID=95%)</a:t>
            </a:r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CCEFD8-B78C-F49D-A564-6CCF1EA42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130" y="1486127"/>
            <a:ext cx="1544483" cy="369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E966CE-77A0-C92B-BB18-2E3D38DF0C32}"/>
              </a:ext>
            </a:extLst>
          </p:cNvPr>
          <p:cNvSpPr txBox="1"/>
          <p:nvPr/>
        </p:nvSpPr>
        <p:spPr>
          <a:xfrm>
            <a:off x="7262956" y="5051544"/>
            <a:ext cx="1963769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b="0" i="0" noProof="0" dirty="0">
                <a:solidFill>
                  <a:srgbClr val="1F2328"/>
                </a:solidFill>
                <a:effectLst/>
                <a:latin typeface="Monaspace Neon"/>
              </a:rPr>
              <a:t>Abundance table</a:t>
            </a:r>
            <a:endParaRPr lang="en-US" noProof="0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58CA366-39DB-7584-C983-C909AAAA5A7F}"/>
              </a:ext>
            </a:extLst>
          </p:cNvPr>
          <p:cNvSpPr/>
          <p:nvPr/>
        </p:nvSpPr>
        <p:spPr>
          <a:xfrm>
            <a:off x="8041640" y="2871526"/>
            <a:ext cx="406400" cy="358960"/>
          </a:xfrm>
          <a:prstGeom prst="downArrow">
            <a:avLst>
              <a:gd name="adj1" fmla="val 4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DCD6478-8073-4A54-2852-347F3A919368}"/>
              </a:ext>
            </a:extLst>
          </p:cNvPr>
          <p:cNvSpPr/>
          <p:nvPr/>
        </p:nvSpPr>
        <p:spPr>
          <a:xfrm>
            <a:off x="8041640" y="3673423"/>
            <a:ext cx="406400" cy="358960"/>
          </a:xfrm>
          <a:prstGeom prst="downArrow">
            <a:avLst>
              <a:gd name="adj1" fmla="val 4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394AAE2-BC83-4F6C-B6A3-8AA96467CF28}"/>
              </a:ext>
            </a:extLst>
          </p:cNvPr>
          <p:cNvSpPr/>
          <p:nvPr/>
        </p:nvSpPr>
        <p:spPr>
          <a:xfrm>
            <a:off x="8041640" y="4733336"/>
            <a:ext cx="406400" cy="358960"/>
          </a:xfrm>
          <a:prstGeom prst="downArrow">
            <a:avLst>
              <a:gd name="adj1" fmla="val 4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468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2E360-AD2A-B40E-47CC-5DBEC4648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0E49-7E94-0CED-109C-F155FD0CD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Improvement of Nanopore reads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0AE6FF-136C-5D87-8713-21A601281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035943"/>
              </p:ext>
            </p:extLst>
          </p:nvPr>
        </p:nvGraphicFramePr>
        <p:xfrm>
          <a:off x="330385" y="1456326"/>
          <a:ext cx="7246846" cy="29260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298515">
                  <a:extLst>
                    <a:ext uri="{9D8B030D-6E8A-4147-A177-3AD203B41FA5}">
                      <a16:colId xmlns:a16="http://schemas.microsoft.com/office/drawing/2014/main" val="264459650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34235276"/>
                    </a:ext>
                  </a:extLst>
                </a:gridCol>
                <a:gridCol w="2548031">
                  <a:extLst>
                    <a:ext uri="{9D8B030D-6E8A-4147-A177-3AD203B41FA5}">
                      <a16:colId xmlns:a16="http://schemas.microsoft.com/office/drawing/2014/main" val="3809991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Typical raw read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Approx. error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969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Illumina </a:t>
                      </a:r>
                      <a:r>
                        <a:rPr lang="en-US" noProof="0" dirty="0" err="1"/>
                        <a:t>MiSeq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99.8–99.9%+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0.1–0.2%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6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R9.4.1 (HAC)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94–97%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3–6%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402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R10.4.1 (HAC)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97–99%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1–3%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530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effectLst/>
                        </a:rPr>
                        <a:t>Nanopore R10.4.1 (SUP)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effectLst/>
                        </a:rPr>
                        <a:t>99–99.75%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effectLst/>
                        </a:rPr>
                        <a:t>0.25–1%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61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711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132DB-BA92-972E-1A23-E11944A4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1AC4-4707-78EC-B7ED-F2B58177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Improvement of Nanopore reads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4C4420-198A-159D-7425-C410DFC0E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819726"/>
              </p:ext>
            </p:extLst>
          </p:nvPr>
        </p:nvGraphicFramePr>
        <p:xfrm>
          <a:off x="330385" y="1456326"/>
          <a:ext cx="7246846" cy="29260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298515">
                  <a:extLst>
                    <a:ext uri="{9D8B030D-6E8A-4147-A177-3AD203B41FA5}">
                      <a16:colId xmlns:a16="http://schemas.microsoft.com/office/drawing/2014/main" val="264459650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34235276"/>
                    </a:ext>
                  </a:extLst>
                </a:gridCol>
                <a:gridCol w="2548031">
                  <a:extLst>
                    <a:ext uri="{9D8B030D-6E8A-4147-A177-3AD203B41FA5}">
                      <a16:colId xmlns:a16="http://schemas.microsoft.com/office/drawing/2014/main" val="3809991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Typical raw read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Approx. error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969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Illumina </a:t>
                      </a:r>
                      <a:r>
                        <a:rPr lang="en-US" noProof="0" dirty="0" err="1"/>
                        <a:t>MiSeq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99.8–99.9%+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0.1–0.2%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6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R9.4.1 (HAC)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94–97%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3–6%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402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Nanopore R10.4.1 (HAC)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97–99%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1–3%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530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effectLst/>
                        </a:rPr>
                        <a:t>Nanopore R10.4.1 (SUP)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effectLst/>
                        </a:rPr>
                        <a:t>99–99.75%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effectLst/>
                        </a:rPr>
                        <a:t>0.25–1%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6154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43E59FE-9E4A-39CF-4A33-DC87139AD7EE}"/>
              </a:ext>
            </a:extLst>
          </p:cNvPr>
          <p:cNvSpPr txBox="1"/>
          <p:nvPr/>
        </p:nvSpPr>
        <p:spPr>
          <a:xfrm>
            <a:off x="1373051" y="4719303"/>
            <a:ext cx="6192982" cy="138499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noProof="0" dirty="0"/>
              <a:t>Can we generate ASVs based on the improved quality of nanopore reads? </a:t>
            </a:r>
          </a:p>
        </p:txBody>
      </p:sp>
    </p:spTree>
    <p:extLst>
      <p:ext uri="{BB962C8B-B14F-4D97-AF65-F5344CB8AC3E}">
        <p14:creationId xmlns:p14="http://schemas.microsoft.com/office/powerpoint/2010/main" val="1524916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36500-704C-E258-C2D4-2FC50310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004EC8-97AE-B21D-6F62-41DA3614E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51" b="89796" l="4685" r="89898">
                        <a14:foregroundMark x1="9078" y1="57143" x2="11567" y2="77551"/>
                        <a14:foregroundMark x1="13763" y1="80952" x2="4685" y2="6530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03517" y="7914"/>
            <a:ext cx="1360636" cy="878537"/>
          </a:xfrm>
          <a:prstGeom prst="rect">
            <a:avLst/>
          </a:prstGeom>
        </p:spPr>
      </p:pic>
      <p:pic>
        <p:nvPicPr>
          <p:cNvPr id="45" name="Picture 44" descr="A black and white image of a device&#10;&#10;AI-generated content may be incorrect.">
            <a:extLst>
              <a:ext uri="{FF2B5EF4-FFF2-40B4-BE49-F238E27FC236}">
                <a16:creationId xmlns:a16="http://schemas.microsoft.com/office/drawing/2014/main" id="{2BFF757B-0E73-F3DB-8A58-D4B97D2AF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5934" y="1200610"/>
            <a:ext cx="1411920" cy="94128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7BA4E91-D4AE-0EDD-655F-885C2D6BC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10" y="342960"/>
            <a:ext cx="10853736" cy="734252"/>
          </a:xfrm>
        </p:spPr>
        <p:txBody>
          <a:bodyPr/>
          <a:lstStyle/>
          <a:p>
            <a:r>
              <a:rPr lang="en-US" noProof="0" dirty="0"/>
              <a:t>Methods</a:t>
            </a:r>
          </a:p>
        </p:txBody>
      </p:sp>
      <p:pic>
        <p:nvPicPr>
          <p:cNvPr id="18" name="Picture 2" descr="Billede af Rasmus Hansen Kirkegaard">
            <a:extLst>
              <a:ext uri="{FF2B5EF4-FFF2-40B4-BE49-F238E27FC236}">
                <a16:creationId xmlns:a16="http://schemas.microsoft.com/office/drawing/2014/main" id="{A0E550F5-DEAB-766A-75C0-C724D82C9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2876" y="258613"/>
            <a:ext cx="376363" cy="501818"/>
          </a:xfrm>
          <a:prstGeom prst="ellipse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BD1483-679E-5115-F879-053A04F3A407}"/>
              </a:ext>
            </a:extLst>
          </p:cNvPr>
          <p:cNvSpPr txBox="1"/>
          <p:nvPr/>
        </p:nvSpPr>
        <p:spPr>
          <a:xfrm>
            <a:off x="10904550" y="342960"/>
            <a:ext cx="914400" cy="333315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noProof="0" dirty="0"/>
              <a:t>Rasmus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DFCD-0B40-BE26-8AF8-6ECD32DB7647}"/>
              </a:ext>
            </a:extLst>
          </p:cNvPr>
          <p:cNvSpPr txBox="1"/>
          <p:nvPr/>
        </p:nvSpPr>
        <p:spPr>
          <a:xfrm>
            <a:off x="10904550" y="915874"/>
            <a:ext cx="914400" cy="333315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noProof="0" dirty="0"/>
              <a:t>Kasper</a:t>
            </a:r>
          </a:p>
        </p:txBody>
      </p:sp>
      <p:pic>
        <p:nvPicPr>
          <p:cNvPr id="1028" name="Picture 4" descr="Billede af Kasper Skytte Andersen">
            <a:extLst>
              <a:ext uri="{FF2B5EF4-FFF2-40B4-BE49-F238E27FC236}">
                <a16:creationId xmlns:a16="http://schemas.microsoft.com/office/drawing/2014/main" id="{5A0B53AE-FFE7-DC58-B825-D3DB7B8E2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2877" y="836788"/>
            <a:ext cx="376363" cy="501818"/>
          </a:xfrm>
          <a:prstGeom prst="ellipse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0BA86C2C-428B-0346-010A-2D7B7AC92D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3" t="-476" r="4315" b="16393"/>
          <a:stretch>
            <a:fillRect/>
          </a:stretch>
        </p:blipFill>
        <p:spPr bwMode="auto">
          <a:xfrm>
            <a:off x="8885685" y="251388"/>
            <a:ext cx="376363" cy="565230"/>
          </a:xfrm>
          <a:prstGeom prst="ellipse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4AA8A57-0FDB-EB24-E97B-9D0DD28DB593}"/>
              </a:ext>
            </a:extLst>
          </p:cNvPr>
          <p:cNvSpPr txBox="1"/>
          <p:nvPr/>
        </p:nvSpPr>
        <p:spPr>
          <a:xfrm>
            <a:off x="9334191" y="342960"/>
            <a:ext cx="914400" cy="333315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noProof="0" dirty="0"/>
              <a:t>Stefania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954D4A8-689B-B7AB-C2AA-2B295822F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3335" y="1800776"/>
            <a:ext cx="11845330" cy="325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76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08938-690F-6C8C-E26C-4EF303937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75452-318F-A0C4-5A70-425DB754A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Research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72A60-2C67-99B6-8AC3-2828E61C5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6810" y="1192606"/>
            <a:ext cx="10033931" cy="48585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noProof="0" dirty="0"/>
          </a:p>
          <a:p>
            <a:pPr marL="0" indent="0">
              <a:buNone/>
            </a:pPr>
            <a:r>
              <a:rPr lang="en-US" sz="2400" b="1" noProof="0" dirty="0"/>
              <a:t>Can we generate ASVs based on the current quality of nanopore reads? </a:t>
            </a:r>
          </a:p>
          <a:p>
            <a:endParaRPr lang="en-US" sz="1800" noProof="0" dirty="0"/>
          </a:p>
          <a:p>
            <a:pPr lvl="1"/>
            <a:r>
              <a:rPr lang="en-US" sz="1800" noProof="0" dirty="0"/>
              <a:t>Can we use the tools developed for Illumina and PacBio?</a:t>
            </a:r>
          </a:p>
          <a:p>
            <a:pPr lvl="1"/>
            <a:r>
              <a:rPr lang="en-US" sz="1800" noProof="0" dirty="0"/>
              <a:t>What sequencing depth is required and what effect has different primers?</a:t>
            </a:r>
          </a:p>
          <a:p>
            <a:pPr lvl="1"/>
            <a:r>
              <a:rPr lang="en-US" sz="1800" noProof="0" dirty="0"/>
              <a:t>Can we find the correct sequences in a mock community </a:t>
            </a:r>
          </a:p>
          <a:p>
            <a:pPr lvl="1"/>
            <a:r>
              <a:rPr lang="en-US" sz="1800" noProof="0" dirty="0"/>
              <a:t>Can we do this for complex samples? How does it compare to PacBio – used as our reference </a:t>
            </a:r>
          </a:p>
        </p:txBody>
      </p:sp>
    </p:spTree>
    <p:extLst>
      <p:ext uri="{BB962C8B-B14F-4D97-AF65-F5344CB8AC3E}">
        <p14:creationId xmlns:p14="http://schemas.microsoft.com/office/powerpoint/2010/main" val="3082717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89D3-7E33-66FF-269D-71454418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Identified ASVs </a:t>
            </a:r>
            <a:r>
              <a:rPr lang="en-US" noProof="0" dirty="0" err="1"/>
              <a:t>Zymo</a:t>
            </a:r>
            <a:r>
              <a:rPr lang="en-US" noProof="0" dirty="0"/>
              <a:t> Mock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3665E-6418-A28B-11CE-52F9885B6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4" y="1937186"/>
            <a:ext cx="11034072" cy="47288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1056FB3-5F88-E100-6B65-94867287E85E}"/>
              </a:ext>
            </a:extLst>
          </p:cNvPr>
          <p:cNvSpPr/>
          <p:nvPr/>
        </p:nvSpPr>
        <p:spPr>
          <a:xfrm>
            <a:off x="2656533" y="2017726"/>
            <a:ext cx="6738190" cy="4648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13865-5512-70D0-2C8A-840554944659}"/>
              </a:ext>
            </a:extLst>
          </p:cNvPr>
          <p:cNvSpPr txBox="1"/>
          <p:nvPr/>
        </p:nvSpPr>
        <p:spPr>
          <a:xfrm>
            <a:off x="1142999" y="6313394"/>
            <a:ext cx="914400" cy="244294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1400" b="1" noProof="0" dirty="0">
                <a:solidFill>
                  <a:srgbClr val="1D1D1D"/>
                </a:solidFill>
              </a:rPr>
              <a:t>Reads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CE4EC7-42B3-638A-E53E-3D7B5C3F3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167" y="2603220"/>
            <a:ext cx="5766427" cy="253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9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A6EC5-4E0F-C003-9252-5E059CAA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1FD4-3E73-EA89-1C50-0E87746F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Alpha-diversity: </a:t>
            </a:r>
            <a:r>
              <a:rPr lang="en-US" noProof="0" dirty="0" err="1"/>
              <a:t>Zmock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4D4AC-26F8-B66A-C6D7-AF86CCC9FE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8944" y="1345006"/>
            <a:ext cx="2799208" cy="4858569"/>
          </a:xfrm>
        </p:spPr>
        <p:txBody>
          <a:bodyPr/>
          <a:lstStyle/>
          <a:p>
            <a:r>
              <a:rPr lang="en-US" sz="2000" b="1" noProof="0" dirty="0"/>
              <a:t>V1V8: 100,000 reads</a:t>
            </a:r>
          </a:p>
          <a:p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05FA64-74A7-51D6-D8A9-9EF115A2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25" y="917738"/>
            <a:ext cx="7744946" cy="563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67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6F2C-E125-1444-9F34-33AE095E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Can we generate ASVs in complex communities?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BFE27C2-3DA0-09ED-146B-41A56CA96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3138" r="86407"/>
          <a:stretch>
            <a:fillRect/>
          </a:stretch>
        </p:blipFill>
        <p:spPr>
          <a:xfrm>
            <a:off x="246810" y="1928364"/>
            <a:ext cx="2071101" cy="3219543"/>
          </a:xfrm>
          <a:prstGeom prst="rect">
            <a:avLst/>
          </a:prstGeom>
        </p:spPr>
      </p:pic>
      <p:pic>
        <p:nvPicPr>
          <p:cNvPr id="18" name="Picture 2" descr="Transparent Check Mark Gif , Png Download - Done Icon Svg, Png Download ...">
            <a:extLst>
              <a:ext uri="{FF2B5EF4-FFF2-40B4-BE49-F238E27FC236}">
                <a16:creationId xmlns:a16="http://schemas.microsoft.com/office/drawing/2014/main" id="{28F5838C-7BA4-FCF7-4933-62845EAD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00" b="90556" l="4070" r="95698">
                        <a14:foregroundMark x1="50930" y1="7222" x2="50930" y2="7222"/>
                        <a14:foregroundMark x1="7326" y1="43000" x2="7326" y2="43000"/>
                        <a14:foregroundMark x1="92093" y1="47667" x2="92093" y2="47667"/>
                        <a14:foregroundMark x1="95698" y1="48667" x2="95698" y2="48667"/>
                        <a14:foregroundMark x1="50930" y1="90556" x2="50930" y2="90556"/>
                        <a14:foregroundMark x1="4070" y1="48111" x2="4070" y2="48111"/>
                        <a14:foregroundMark x1="4070" y1="45778" x2="4070" y2="45778"/>
                        <a14:foregroundMark x1="41860" y1="63222" x2="41860" y2="63222"/>
                        <a14:foregroundMark x1="43605" y1="62444" x2="43605" y2="62444"/>
                        <a14:foregroundMark x1="46512" y1="59667" x2="69767" y2="37444"/>
                        <a14:foregroundMark x1="27093" y1="51333" x2="40930" y2="6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320" y="1998480"/>
            <a:ext cx="523126" cy="54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954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8BE98-0BC2-6D3C-B802-26C38052C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2A777-F9F6-4FB5-7B01-66678C54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Identified ASVs in activated sludge</a:t>
            </a:r>
            <a:endParaRPr lang="en-US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807A215-DB04-027C-0D5C-574067E369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4" t="43717" r="73454" b="35818"/>
          <a:stretch>
            <a:fillRect/>
          </a:stretch>
        </p:blipFill>
        <p:spPr>
          <a:xfrm>
            <a:off x="1962574" y="1776248"/>
            <a:ext cx="4133426" cy="25290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20C8601-28FF-D38E-E64F-6C0B8C266DD5}"/>
              </a:ext>
            </a:extLst>
          </p:cNvPr>
          <p:cNvSpPr txBox="1"/>
          <p:nvPr/>
        </p:nvSpPr>
        <p:spPr>
          <a:xfrm>
            <a:off x="6543675" y="2552700"/>
            <a:ext cx="914400" cy="914400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2400" b="1" noProof="0" dirty="0">
                <a:solidFill>
                  <a:srgbClr val="1D1D1D"/>
                </a:solidFill>
              </a:rPr>
              <a:t>Activated sludge </a:t>
            </a:r>
          </a:p>
          <a:p>
            <a:r>
              <a:rPr lang="en-US" sz="2400" b="1" noProof="0" dirty="0">
                <a:solidFill>
                  <a:srgbClr val="1D1D1D"/>
                </a:solidFill>
              </a:rPr>
              <a:t>from WWTP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1F0224-D749-75AD-6FB7-34442DC7A88A}"/>
              </a:ext>
            </a:extLst>
          </p:cNvPr>
          <p:cNvSpPr txBox="1"/>
          <p:nvPr/>
        </p:nvSpPr>
        <p:spPr>
          <a:xfrm>
            <a:off x="3771899" y="4656044"/>
            <a:ext cx="914400" cy="244294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1400" b="1" noProof="0" dirty="0">
                <a:solidFill>
                  <a:srgbClr val="1D1D1D"/>
                </a:solidFill>
              </a:rPr>
              <a:t>Reads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1003A3-956A-50A0-6444-5151965DEA42}"/>
              </a:ext>
            </a:extLst>
          </p:cNvPr>
          <p:cNvSpPr txBox="1"/>
          <p:nvPr/>
        </p:nvSpPr>
        <p:spPr>
          <a:xfrm flipH="1">
            <a:off x="1258147" y="2887753"/>
            <a:ext cx="884977" cy="322171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1600" b="1" noProof="0" dirty="0">
                <a:solidFill>
                  <a:srgbClr val="1D1D1D"/>
                </a:solidFill>
              </a:rPr>
              <a:t>Number</a:t>
            </a:r>
          </a:p>
          <a:p>
            <a:r>
              <a:rPr lang="en-US" sz="1600" b="1" noProof="0" dirty="0">
                <a:solidFill>
                  <a:srgbClr val="1D1D1D"/>
                </a:solidFill>
              </a:rPr>
              <a:t> of ASVs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778DC3B-83EE-B825-1828-7394FD31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55" t="83121" r="24553" b="7167"/>
          <a:stretch>
            <a:fillRect/>
          </a:stretch>
        </p:blipFill>
        <p:spPr>
          <a:xfrm>
            <a:off x="2224512" y="4187641"/>
            <a:ext cx="4133426" cy="120014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058629-5F6D-A08B-1A62-44BE44861B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64" t="94568" r="33795" b="2503"/>
          <a:stretch>
            <a:fillRect/>
          </a:stretch>
        </p:blipFill>
        <p:spPr>
          <a:xfrm>
            <a:off x="2038351" y="5599812"/>
            <a:ext cx="4833937" cy="361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C36A31-0256-7CA0-3FEB-2DCF7645AC12}"/>
              </a:ext>
            </a:extLst>
          </p:cNvPr>
          <p:cNvSpPr txBox="1"/>
          <p:nvPr/>
        </p:nvSpPr>
        <p:spPr>
          <a:xfrm>
            <a:off x="2857499" y="1525282"/>
            <a:ext cx="914400" cy="914400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da-DK" sz="2400" b="1" noProof="0" dirty="0">
                <a:solidFill>
                  <a:srgbClr val="1D1D1D"/>
                </a:solidFill>
              </a:rPr>
              <a:t>V4</a:t>
            </a:r>
            <a:endParaRPr lang="en-US" sz="2400" b="1" noProof="0" dirty="0">
              <a:solidFill>
                <a:srgbClr val="1D1D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040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F342-0896-2EA5-4696-2D6EE70E5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21FB1-CE69-6BCD-9231-7FFE3ED9A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8" b="94841"/>
          <a:stretch>
            <a:fillRect/>
          </a:stretch>
        </p:blipFill>
        <p:spPr>
          <a:xfrm>
            <a:off x="-9621" y="1101700"/>
            <a:ext cx="12158572" cy="329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911FCE-12B6-92E3-65E5-5BE94E41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Identified ASVs in activated sludge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9B0EA-5C0D-2697-1078-874F39C2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88" b="35701"/>
          <a:stretch>
            <a:fillRect/>
          </a:stretch>
        </p:blipFill>
        <p:spPr>
          <a:xfrm>
            <a:off x="16714" y="1392783"/>
            <a:ext cx="12158572" cy="17378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96F666-F86B-CE37-F8E0-95B47A5CB6C1}"/>
              </a:ext>
            </a:extLst>
          </p:cNvPr>
          <p:cNvSpPr/>
          <p:nvPr/>
        </p:nvSpPr>
        <p:spPr>
          <a:xfrm>
            <a:off x="3112647" y="1101700"/>
            <a:ext cx="3020631" cy="2847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F46F5F-819E-569F-617A-857D55C27AD6}"/>
              </a:ext>
            </a:extLst>
          </p:cNvPr>
          <p:cNvSpPr/>
          <p:nvPr/>
        </p:nvSpPr>
        <p:spPr>
          <a:xfrm>
            <a:off x="6181344" y="997465"/>
            <a:ext cx="2801879" cy="21332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08307-B983-485F-8F03-46A5132A9411}"/>
              </a:ext>
            </a:extLst>
          </p:cNvPr>
          <p:cNvSpPr/>
          <p:nvPr/>
        </p:nvSpPr>
        <p:spPr>
          <a:xfrm>
            <a:off x="9042778" y="1068549"/>
            <a:ext cx="2716387" cy="20621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F979C-818E-649F-7C4A-62974E1CA745}"/>
              </a:ext>
            </a:extLst>
          </p:cNvPr>
          <p:cNvSpPr txBox="1"/>
          <p:nvPr/>
        </p:nvSpPr>
        <p:spPr>
          <a:xfrm>
            <a:off x="9271616" y="3130676"/>
            <a:ext cx="2524125" cy="2981326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noProof="0" dirty="0"/>
              <a:t>ONT needs more reads than PacBio: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V4: 1-2 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V1-V3: 2–3×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V1V8: 4.1–5.6×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OPR: 25–42× 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(to generate 100 ASVs)</a:t>
            </a:r>
          </a:p>
          <a:p>
            <a:pPr>
              <a:lnSpc>
                <a:spcPct val="150000"/>
              </a:lnSpc>
            </a:pPr>
            <a:endParaRPr lang="en-US" noProof="0" dirty="0"/>
          </a:p>
          <a:p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92D2B-176B-9DEB-B759-B87BF293DAEB}"/>
              </a:ext>
            </a:extLst>
          </p:cNvPr>
          <p:cNvSpPr txBox="1"/>
          <p:nvPr/>
        </p:nvSpPr>
        <p:spPr>
          <a:xfrm rot="16200000" flipH="1">
            <a:off x="-591682" y="1966154"/>
            <a:ext cx="1679120" cy="333300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1600" b="1" noProof="0" dirty="0">
                <a:solidFill>
                  <a:srgbClr val="1D1D1D"/>
                </a:solidFill>
              </a:rPr>
              <a:t>Number  of ASVs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995CA5-0FA7-8E90-CCCF-C9A2B30884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64" t="94568" r="33795" b="2503"/>
          <a:stretch>
            <a:fillRect/>
          </a:stretch>
        </p:blipFill>
        <p:spPr>
          <a:xfrm>
            <a:off x="1621155" y="3539467"/>
            <a:ext cx="4833937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8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9D6FE-0026-12AC-D6E0-5DCE5EE1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EF24-86D4-4E41-FA72-9F224431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Alpha-diversity </a:t>
            </a:r>
            <a:r>
              <a:rPr lang="en-US" dirty="0"/>
              <a:t>in activated sludge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CE06C-EEAB-F8BF-F51F-57344BE3DF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8944" y="1345006"/>
            <a:ext cx="2594572" cy="4858569"/>
          </a:xfrm>
        </p:spPr>
        <p:txBody>
          <a:bodyPr/>
          <a:lstStyle/>
          <a:p>
            <a:r>
              <a:rPr lang="en-US" noProof="0" dirty="0"/>
              <a:t>V1V8</a:t>
            </a:r>
          </a:p>
          <a:p>
            <a:pPr lvl="1"/>
            <a:r>
              <a:rPr lang="en-US" noProof="0" dirty="0"/>
              <a:t>Rarefied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Results of a </a:t>
            </a:r>
            <a:r>
              <a:rPr lang="en-US" noProof="0" dirty="0" err="1"/>
              <a:t>t.test</a:t>
            </a:r>
            <a:endParaRPr lang="en-US" noProof="0" dirty="0"/>
          </a:p>
          <a:p>
            <a:pPr lvl="1"/>
            <a:r>
              <a:rPr lang="en-US" noProof="0" dirty="0"/>
              <a:t>ns: non-significant</a:t>
            </a:r>
          </a:p>
          <a:p>
            <a:pPr lvl="1"/>
            <a:r>
              <a:rPr lang="en-US" noProof="0" dirty="0"/>
              <a:t>*: p&lt;0.05</a:t>
            </a:r>
          </a:p>
          <a:p>
            <a:pPr lvl="1"/>
            <a:r>
              <a:rPr lang="en-US" noProof="0" dirty="0"/>
              <a:t>**: p&lt;0.01</a:t>
            </a:r>
          </a:p>
          <a:p>
            <a:pPr lvl="1"/>
            <a:r>
              <a:rPr lang="en-US" noProof="0" dirty="0"/>
              <a:t>***: p&lt;0.001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4BEE6-738F-E9ED-3B2D-389EB57D7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98" r="22003"/>
          <a:stretch>
            <a:fillRect/>
          </a:stretch>
        </p:blipFill>
        <p:spPr>
          <a:xfrm>
            <a:off x="2986268" y="1128899"/>
            <a:ext cx="1056473" cy="5342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6BBB3D-19B4-0AF7-7E92-58783AD65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392" y="1690596"/>
            <a:ext cx="445418" cy="16821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73684FD-3628-DC39-8B16-690AF93A3F3F}"/>
              </a:ext>
            </a:extLst>
          </p:cNvPr>
          <p:cNvGrpSpPr/>
          <p:nvPr/>
        </p:nvGrpSpPr>
        <p:grpSpPr>
          <a:xfrm>
            <a:off x="4782417" y="1085498"/>
            <a:ext cx="1583664" cy="5564272"/>
            <a:chOff x="9607250" y="1094346"/>
            <a:chExt cx="1376057" cy="48348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181E291-B44E-72B7-D5F5-263E34D0828D}"/>
                </a:ext>
              </a:extLst>
            </p:cNvPr>
            <p:cNvSpPr txBox="1"/>
            <p:nvPr/>
          </p:nvSpPr>
          <p:spPr>
            <a:xfrm rot="16200000">
              <a:off x="9607250" y="2928604"/>
              <a:ext cx="914400" cy="914400"/>
            </a:xfrm>
            <a:prstGeom prst="rect">
              <a:avLst/>
            </a:prstGeom>
            <a:effectLst/>
          </p:spPr>
          <p:txBody>
            <a:bodyPr vert="horz" wrap="none" lIns="0" tIns="0" rIns="0" bIns="0" rtlCol="0" anchor="t" anchorCtr="0">
              <a:noAutofit/>
            </a:bodyPr>
            <a:lstStyle/>
            <a:p>
              <a:r>
                <a:rPr lang="en-US" sz="1400" b="1" noProof="0" dirty="0">
                  <a:solidFill>
                    <a:srgbClr val="1D1D1D"/>
                  </a:solidFill>
                </a:rPr>
                <a:t>ASV rank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2863B5-0345-D22A-BC90-91EA2D96A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7140" t="6013" r="11504" b="9543"/>
            <a:stretch>
              <a:fillRect/>
            </a:stretch>
          </p:blipFill>
          <p:spPr>
            <a:xfrm>
              <a:off x="9926834" y="1094346"/>
              <a:ext cx="1056473" cy="458291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471D367-B6B8-6979-B405-DB020F9DF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7031" t="93492" r="11614" b="1866"/>
            <a:stretch>
              <a:fillRect/>
            </a:stretch>
          </p:blipFill>
          <p:spPr>
            <a:xfrm>
              <a:off x="9926834" y="5677260"/>
              <a:ext cx="1056473" cy="251927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DD50127-E6E0-B743-5CE2-AAE5BEECB6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868"/>
          <a:stretch>
            <a:fillRect/>
          </a:stretch>
        </p:blipFill>
        <p:spPr>
          <a:xfrm>
            <a:off x="2395509" y="1105749"/>
            <a:ext cx="613909" cy="5342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2C78AA-C8D5-89B2-6C1E-7816FDC1F3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86" t="6013" r="45412" b="9543"/>
          <a:stretch>
            <a:fillRect/>
          </a:stretch>
        </p:blipFill>
        <p:spPr>
          <a:xfrm>
            <a:off x="4990081" y="1110537"/>
            <a:ext cx="237192" cy="50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93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56E4-1F2A-F6D1-C894-BE5B5E07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Beta-diversity </a:t>
            </a:r>
            <a:r>
              <a:rPr lang="en-US" dirty="0"/>
              <a:t>in activated sludge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4D2EE-441F-F6BC-4335-CD9BD5E4A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99" t="49496" r="13172" b="29091"/>
          <a:stretch>
            <a:fillRect/>
          </a:stretch>
        </p:blipFill>
        <p:spPr>
          <a:xfrm>
            <a:off x="398584" y="1343403"/>
            <a:ext cx="11394832" cy="26424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EDB079-5A4D-BCFF-12F9-5246DA45B58C}"/>
              </a:ext>
            </a:extLst>
          </p:cNvPr>
          <p:cNvSpPr/>
          <p:nvPr/>
        </p:nvSpPr>
        <p:spPr>
          <a:xfrm>
            <a:off x="242047" y="6515040"/>
            <a:ext cx="5853953" cy="2232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806420-B5CC-BF6A-A1F4-8D8C287287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063" t="41916" b="46529"/>
          <a:stretch>
            <a:fillRect/>
          </a:stretch>
        </p:blipFill>
        <p:spPr>
          <a:xfrm>
            <a:off x="9695404" y="4149968"/>
            <a:ext cx="2496596" cy="14856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3FD953-0CF5-D54A-0EA3-A21FB4783AAD}"/>
              </a:ext>
            </a:extLst>
          </p:cNvPr>
          <p:cNvSpPr txBox="1"/>
          <p:nvPr/>
        </p:nvSpPr>
        <p:spPr>
          <a:xfrm>
            <a:off x="7519403" y="4499966"/>
            <a:ext cx="3753598" cy="1485649"/>
          </a:xfrm>
          <a:prstGeom prst="rect">
            <a:avLst/>
          </a:prstGeom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2000" b="1" noProof="0" dirty="0"/>
              <a:t>ADONIS: </a:t>
            </a:r>
          </a:p>
          <a:p>
            <a:endParaRPr lang="en-US" sz="2000" noProof="0" dirty="0"/>
          </a:p>
          <a:p>
            <a:r>
              <a:rPr lang="en-US" sz="1600" noProof="0" dirty="0"/>
              <a:t>Sequencing method: ns</a:t>
            </a:r>
          </a:p>
          <a:p>
            <a:r>
              <a:rPr lang="en-US" sz="1600" noProof="0" dirty="0"/>
              <a:t>Primer: </a:t>
            </a:r>
            <a:r>
              <a:rPr lang="en-US" sz="1600" i="1" noProof="0" dirty="0"/>
              <a:t>R</a:t>
            </a:r>
            <a:r>
              <a:rPr lang="en-US" sz="1600" baseline="30000" noProof="0" dirty="0"/>
              <a:t>2</a:t>
            </a:r>
            <a:r>
              <a:rPr lang="en-US" sz="1600" noProof="0" dirty="0"/>
              <a:t>=0.88, </a:t>
            </a:r>
            <a:r>
              <a:rPr lang="en-US" sz="1600" i="1" noProof="0" dirty="0"/>
              <a:t>P</a:t>
            </a:r>
            <a:r>
              <a:rPr lang="en-US" sz="1600" noProof="0" dirty="0"/>
              <a:t>&lt;0.001</a:t>
            </a:r>
          </a:p>
          <a:p>
            <a:endParaRPr lang="en-US" sz="1400" noProof="0" dirty="0"/>
          </a:p>
          <a:p>
            <a:endParaRPr lang="en-US" sz="1400" noProof="0" dirty="0"/>
          </a:p>
          <a:p>
            <a:endParaRPr lang="en-US" sz="1400" noProof="0" dirty="0"/>
          </a:p>
          <a:p>
            <a:endParaRPr lang="en-US" sz="140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9F5424-83DE-7632-570A-6AD80EECFF06}"/>
              </a:ext>
            </a:extLst>
          </p:cNvPr>
          <p:cNvSpPr/>
          <p:nvPr/>
        </p:nvSpPr>
        <p:spPr>
          <a:xfrm>
            <a:off x="14606954" y="913089"/>
            <a:ext cx="1589780" cy="30727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1AC13-5EA4-F6C6-8404-80BBF2204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5" r="13172" b="94953"/>
          <a:stretch>
            <a:fillRect/>
          </a:stretch>
        </p:blipFill>
        <p:spPr>
          <a:xfrm>
            <a:off x="-2135912" y="1060306"/>
            <a:ext cx="13929328" cy="2926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7FCFC5-1CFC-64D9-6C41-913C319A1B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71" t="92014" r="43695" b="4987"/>
          <a:stretch>
            <a:fillRect/>
          </a:stretch>
        </p:blipFill>
        <p:spPr>
          <a:xfrm>
            <a:off x="1630680" y="3882109"/>
            <a:ext cx="5251186" cy="36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5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DAEE-9485-337C-B924-04FC17C5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FAF87F6-EBD2-C6B7-A9D4-C1315322C6F9}"/>
              </a:ext>
            </a:extLst>
          </p:cNvPr>
          <p:cNvSpPr txBox="1">
            <a:spLocks/>
          </p:cNvSpPr>
          <p:nvPr/>
        </p:nvSpPr>
        <p:spPr>
          <a:xfrm>
            <a:off x="246810" y="1192606"/>
            <a:ext cx="10033931" cy="48585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85750" indent="-28575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3888" indent="-2857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2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1714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3"/>
              </a:buBlip>
              <a:tabLst>
                <a:tab pos="89852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1563" indent="-1714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3"/>
              </a:buBlip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1563" indent="-1714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3"/>
              </a:buBlip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en-US" sz="1800" noProof="0" dirty="0"/>
          </a:p>
          <a:p>
            <a:pPr marL="0" indent="0">
              <a:buFontTx/>
              <a:buNone/>
            </a:pPr>
            <a:r>
              <a:rPr lang="en-US" sz="2400" b="1" noProof="0" dirty="0"/>
              <a:t>Can we generate ASVs based on the current quality of nanopore reads? </a:t>
            </a:r>
          </a:p>
          <a:p>
            <a:endParaRPr lang="en-US" sz="1800" noProof="0" dirty="0"/>
          </a:p>
          <a:p>
            <a:pPr lvl="1">
              <a:lnSpc>
                <a:spcPct val="150000"/>
              </a:lnSpc>
            </a:pPr>
            <a:r>
              <a:rPr lang="en-US" sz="1800" noProof="0" dirty="0"/>
              <a:t>Can we use the tools developed </a:t>
            </a:r>
            <a:r>
              <a:rPr lang="en-US" sz="1800" noProof="0" dirty="0">
                <a:solidFill>
                  <a:sysClr val="windowText" lastClr="000000"/>
                </a:solidFill>
              </a:rPr>
              <a:t>for</a:t>
            </a:r>
            <a:r>
              <a:rPr lang="en-US" sz="1800" noProof="0" dirty="0"/>
              <a:t> Illumina and PacBio? 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Can we find the correct sequences in a mock community 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Can we do this for complex samples? How does it compare to </a:t>
            </a:r>
            <a:r>
              <a:rPr lang="en-US" sz="1800" noProof="0" dirty="0" err="1"/>
              <a:t>pacbio</a:t>
            </a:r>
            <a:r>
              <a:rPr lang="en-US" sz="1800" noProof="0" dirty="0"/>
              <a:t> – used as our reference 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What sequencing depth is required and what effect has different primers?</a:t>
            </a:r>
          </a:p>
          <a:p>
            <a:pPr lvl="2">
              <a:lnSpc>
                <a:spcPct val="150000"/>
              </a:lnSpc>
            </a:pPr>
            <a:r>
              <a:rPr lang="en-US" sz="1600" noProof="0" dirty="0"/>
              <a:t>V4: 1-2×  ;   V1-V3: 2–3×    ;   V1V8: 4.1–5.6×   ;  </a:t>
            </a:r>
            <a:r>
              <a:rPr lang="en-US" sz="1600" strike="sngStrike" noProof="0" dirty="0"/>
              <a:t>OPR: 25–42×</a:t>
            </a:r>
            <a:r>
              <a:rPr lang="en-US" sz="1600" noProof="0" dirty="0"/>
              <a:t>      (complex)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F6BF6-E64E-D85D-5BBD-46A911E7BB7A}"/>
              </a:ext>
            </a:extLst>
          </p:cNvPr>
          <p:cNvSpPr txBox="1"/>
          <p:nvPr/>
        </p:nvSpPr>
        <p:spPr>
          <a:xfrm>
            <a:off x="2418080" y="2519680"/>
            <a:ext cx="985520" cy="406400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FC48D-3F7B-A87A-A431-292498830E14}"/>
              </a:ext>
            </a:extLst>
          </p:cNvPr>
          <p:cNvSpPr txBox="1"/>
          <p:nvPr/>
        </p:nvSpPr>
        <p:spPr>
          <a:xfrm>
            <a:off x="2265680" y="2222500"/>
            <a:ext cx="1137920" cy="594360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3600" noProof="0" dirty="0">
                <a:solidFill>
                  <a:srgbClr val="439F46"/>
                </a:solidFill>
              </a:rPr>
              <a:t>YES!</a:t>
            </a:r>
          </a:p>
        </p:txBody>
      </p:sp>
      <p:pic>
        <p:nvPicPr>
          <p:cNvPr id="7" name="Picture 2" descr="Transparent Check Mark Gif , Png Download - Done Icon Svg, Png Download ...">
            <a:extLst>
              <a:ext uri="{FF2B5EF4-FFF2-40B4-BE49-F238E27FC236}">
                <a16:creationId xmlns:a16="http://schemas.microsoft.com/office/drawing/2014/main" id="{BACC676C-7D2B-B937-FFF7-03B4AC36F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00" b="90556" l="4070" r="95698">
                        <a14:foregroundMark x1="50930" y1="7222" x2="50930" y2="7222"/>
                        <a14:foregroundMark x1="7326" y1="43000" x2="7326" y2="43000"/>
                        <a14:foregroundMark x1="92093" y1="47667" x2="92093" y2="47667"/>
                        <a14:foregroundMark x1="95698" y1="48667" x2="95698" y2="48667"/>
                        <a14:foregroundMark x1="50930" y1="90556" x2="50930" y2="90556"/>
                        <a14:foregroundMark x1="4070" y1="48111" x2="4070" y2="48111"/>
                        <a14:foregroundMark x1="4070" y1="45778" x2="4070" y2="45778"/>
                        <a14:foregroundMark x1="41860" y1="63222" x2="41860" y2="63222"/>
                        <a14:foregroundMark x1="43605" y1="62444" x2="43605" y2="62444"/>
                        <a14:foregroundMark x1="46512" y1="59667" x2="69767" y2="37444"/>
                        <a14:foregroundMark x1="27093" y1="51333" x2="40930" y2="6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94" y="3033793"/>
            <a:ext cx="523126" cy="54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Transparent Check Mark Gif , Png Download - Done Icon Svg, Png Download ...">
            <a:extLst>
              <a:ext uri="{FF2B5EF4-FFF2-40B4-BE49-F238E27FC236}">
                <a16:creationId xmlns:a16="http://schemas.microsoft.com/office/drawing/2014/main" id="{E09DD67C-FE08-8873-EB4C-E4604AB8D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00" b="90556" l="4070" r="95698">
                        <a14:foregroundMark x1="50930" y1="7222" x2="50930" y2="7222"/>
                        <a14:foregroundMark x1="7326" y1="43000" x2="7326" y2="43000"/>
                        <a14:foregroundMark x1="92093" y1="47667" x2="92093" y2="47667"/>
                        <a14:foregroundMark x1="95698" y1="48667" x2="95698" y2="48667"/>
                        <a14:foregroundMark x1="50930" y1="90556" x2="50930" y2="90556"/>
                        <a14:foregroundMark x1="4070" y1="48111" x2="4070" y2="48111"/>
                        <a14:foregroundMark x1="4070" y1="45778" x2="4070" y2="45778"/>
                        <a14:foregroundMark x1="41860" y1="63222" x2="41860" y2="63222"/>
                        <a14:foregroundMark x1="43605" y1="62444" x2="43605" y2="62444"/>
                        <a14:foregroundMark x1="46512" y1="59667" x2="69767" y2="37444"/>
                        <a14:foregroundMark x1="27093" y1="51333" x2="40930" y2="6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94" y="3571090"/>
            <a:ext cx="523126" cy="54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Transparent Check Mark Gif , Png Download - Done Icon Svg, Png Download ...">
            <a:extLst>
              <a:ext uri="{FF2B5EF4-FFF2-40B4-BE49-F238E27FC236}">
                <a16:creationId xmlns:a16="http://schemas.microsoft.com/office/drawing/2014/main" id="{A81694D9-FDBA-A4E8-04FA-1940329FF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00" b="90556" l="4070" r="95698">
                        <a14:foregroundMark x1="50930" y1="7222" x2="50930" y2="7222"/>
                        <a14:foregroundMark x1="7326" y1="43000" x2="7326" y2="43000"/>
                        <a14:foregroundMark x1="92093" y1="47667" x2="92093" y2="47667"/>
                        <a14:foregroundMark x1="95698" y1="48667" x2="95698" y2="48667"/>
                        <a14:foregroundMark x1="50930" y1="90556" x2="50930" y2="90556"/>
                        <a14:foregroundMark x1="4070" y1="48111" x2="4070" y2="48111"/>
                        <a14:foregroundMark x1="4070" y1="45778" x2="4070" y2="45778"/>
                        <a14:foregroundMark x1="41860" y1="63222" x2="41860" y2="63222"/>
                        <a14:foregroundMark x1="43605" y1="62444" x2="43605" y2="62444"/>
                        <a14:foregroundMark x1="46512" y1="59667" x2="69767" y2="37444"/>
                        <a14:foregroundMark x1="27093" y1="51333" x2="40930" y2="6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117" y="4424365"/>
            <a:ext cx="523126" cy="54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10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2FC88-F87E-E721-7B48-5D4425CB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8C3DFEB-55F3-126C-77B5-2C1983B22BE2}"/>
              </a:ext>
            </a:extLst>
          </p:cNvPr>
          <p:cNvSpPr txBox="1">
            <a:spLocks/>
          </p:cNvSpPr>
          <p:nvPr/>
        </p:nvSpPr>
        <p:spPr>
          <a:xfrm>
            <a:off x="246810" y="1192606"/>
            <a:ext cx="10033931" cy="48585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85750" indent="-28575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3888" indent="-2857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2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1714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3"/>
              </a:buBlip>
              <a:tabLst>
                <a:tab pos="89852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1563" indent="-1714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3"/>
              </a:buBlip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1563" indent="-1714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3"/>
              </a:buBlip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en-US" sz="1800" noProof="0" dirty="0"/>
          </a:p>
          <a:p>
            <a:pPr marL="0" indent="0">
              <a:buFontTx/>
              <a:buNone/>
            </a:pPr>
            <a:r>
              <a:rPr lang="en-US" sz="2400" b="1" noProof="0" dirty="0"/>
              <a:t>Can we generate ASVs based on the current quality of nanopore reads? </a:t>
            </a:r>
          </a:p>
          <a:p>
            <a:endParaRPr lang="en-US" sz="1800" noProof="0" dirty="0"/>
          </a:p>
          <a:p>
            <a:pPr lvl="1">
              <a:lnSpc>
                <a:spcPct val="150000"/>
              </a:lnSpc>
            </a:pPr>
            <a:r>
              <a:rPr lang="en-US" sz="1800" noProof="0" dirty="0"/>
              <a:t>Can we use the tools developed </a:t>
            </a:r>
            <a:r>
              <a:rPr lang="en-US" sz="1800" noProof="0" dirty="0">
                <a:solidFill>
                  <a:sysClr val="windowText" lastClr="000000"/>
                </a:solidFill>
              </a:rPr>
              <a:t>for</a:t>
            </a:r>
            <a:r>
              <a:rPr lang="en-US" sz="1800" noProof="0" dirty="0"/>
              <a:t> Illumina and PacBio? 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Can we find the correct sequences in a mock community 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Can we do this for complex samples? How does it compare to </a:t>
            </a:r>
            <a:r>
              <a:rPr lang="en-US" sz="1800" noProof="0" dirty="0" err="1"/>
              <a:t>pacbio</a:t>
            </a:r>
            <a:r>
              <a:rPr lang="en-US" sz="1800" noProof="0" dirty="0"/>
              <a:t> – used as our reference 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What sequencing depth is required and what effect has different primers?</a:t>
            </a:r>
          </a:p>
          <a:p>
            <a:pPr lvl="2">
              <a:lnSpc>
                <a:spcPct val="150000"/>
              </a:lnSpc>
            </a:pPr>
            <a:r>
              <a:rPr lang="en-US" sz="1600" noProof="0" dirty="0"/>
              <a:t>V4: 1-2×  ;   V1-V3: 2–3×    ;   V1V8: 4.1–5.6×   ;  </a:t>
            </a:r>
            <a:r>
              <a:rPr lang="en-US" sz="1600" strike="sngStrike" noProof="0" dirty="0"/>
              <a:t>OPR: 25–42×</a:t>
            </a:r>
            <a:r>
              <a:rPr lang="en-US" sz="1600" noProof="0" dirty="0"/>
              <a:t>      (complex)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1F51C-ADC0-7EB1-5C97-4C90CBB1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F5B13-C01D-3740-8323-7D43F2564AC7}"/>
              </a:ext>
            </a:extLst>
          </p:cNvPr>
          <p:cNvSpPr txBox="1"/>
          <p:nvPr/>
        </p:nvSpPr>
        <p:spPr>
          <a:xfrm>
            <a:off x="2418080" y="2519680"/>
            <a:ext cx="985520" cy="406400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7249D-A3F0-3CEA-8F3E-728B1732E026}"/>
              </a:ext>
            </a:extLst>
          </p:cNvPr>
          <p:cNvSpPr txBox="1"/>
          <p:nvPr/>
        </p:nvSpPr>
        <p:spPr>
          <a:xfrm>
            <a:off x="2265680" y="2222500"/>
            <a:ext cx="1137920" cy="594360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3600" noProof="0" dirty="0">
                <a:solidFill>
                  <a:srgbClr val="439F46"/>
                </a:solidFill>
              </a:rPr>
              <a:t>YES!</a:t>
            </a:r>
          </a:p>
        </p:txBody>
      </p:sp>
      <p:pic>
        <p:nvPicPr>
          <p:cNvPr id="7" name="Picture 2" descr="Transparent Check Mark Gif , Png Download - Done Icon Svg, Png Download ...">
            <a:extLst>
              <a:ext uri="{FF2B5EF4-FFF2-40B4-BE49-F238E27FC236}">
                <a16:creationId xmlns:a16="http://schemas.microsoft.com/office/drawing/2014/main" id="{C5D82EA7-00BE-D8B0-CA98-C5D36C369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00" b="90556" l="4070" r="95698">
                        <a14:foregroundMark x1="50930" y1="7222" x2="50930" y2="7222"/>
                        <a14:foregroundMark x1="7326" y1="43000" x2="7326" y2="43000"/>
                        <a14:foregroundMark x1="92093" y1="47667" x2="92093" y2="47667"/>
                        <a14:foregroundMark x1="95698" y1="48667" x2="95698" y2="48667"/>
                        <a14:foregroundMark x1="50930" y1="90556" x2="50930" y2="90556"/>
                        <a14:foregroundMark x1="4070" y1="48111" x2="4070" y2="48111"/>
                        <a14:foregroundMark x1="4070" y1="45778" x2="4070" y2="45778"/>
                        <a14:foregroundMark x1="41860" y1="63222" x2="41860" y2="63222"/>
                        <a14:foregroundMark x1="43605" y1="62444" x2="43605" y2="62444"/>
                        <a14:foregroundMark x1="46512" y1="59667" x2="69767" y2="37444"/>
                        <a14:foregroundMark x1="27093" y1="51333" x2="40930" y2="6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94" y="3033793"/>
            <a:ext cx="523126" cy="54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Transparent Check Mark Gif , Png Download - Done Icon Svg, Png Download ...">
            <a:extLst>
              <a:ext uri="{FF2B5EF4-FFF2-40B4-BE49-F238E27FC236}">
                <a16:creationId xmlns:a16="http://schemas.microsoft.com/office/drawing/2014/main" id="{3EB706EF-23DA-8121-0925-90A8AB4D2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00" b="90556" l="4070" r="95698">
                        <a14:foregroundMark x1="50930" y1="7222" x2="50930" y2="7222"/>
                        <a14:foregroundMark x1="7326" y1="43000" x2="7326" y2="43000"/>
                        <a14:foregroundMark x1="92093" y1="47667" x2="92093" y2="47667"/>
                        <a14:foregroundMark x1="95698" y1="48667" x2="95698" y2="48667"/>
                        <a14:foregroundMark x1="50930" y1="90556" x2="50930" y2="90556"/>
                        <a14:foregroundMark x1="4070" y1="48111" x2="4070" y2="48111"/>
                        <a14:foregroundMark x1="4070" y1="45778" x2="4070" y2="45778"/>
                        <a14:foregroundMark x1="41860" y1="63222" x2="41860" y2="63222"/>
                        <a14:foregroundMark x1="43605" y1="62444" x2="43605" y2="62444"/>
                        <a14:foregroundMark x1="46512" y1="59667" x2="69767" y2="37444"/>
                        <a14:foregroundMark x1="27093" y1="51333" x2="40930" y2="6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94" y="3571090"/>
            <a:ext cx="523126" cy="54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Transparent Check Mark Gif , Png Download - Done Icon Svg, Png Download ...">
            <a:extLst>
              <a:ext uri="{FF2B5EF4-FFF2-40B4-BE49-F238E27FC236}">
                <a16:creationId xmlns:a16="http://schemas.microsoft.com/office/drawing/2014/main" id="{64223093-3CB2-A4E5-8746-B1F7927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00" b="90556" l="4070" r="95698">
                        <a14:foregroundMark x1="50930" y1="7222" x2="50930" y2="7222"/>
                        <a14:foregroundMark x1="7326" y1="43000" x2="7326" y2="43000"/>
                        <a14:foregroundMark x1="92093" y1="47667" x2="92093" y2="47667"/>
                        <a14:foregroundMark x1="95698" y1="48667" x2="95698" y2="48667"/>
                        <a14:foregroundMark x1="50930" y1="90556" x2="50930" y2="90556"/>
                        <a14:foregroundMark x1="4070" y1="48111" x2="4070" y2="48111"/>
                        <a14:foregroundMark x1="4070" y1="45778" x2="4070" y2="45778"/>
                        <a14:foregroundMark x1="41860" y1="63222" x2="41860" y2="63222"/>
                        <a14:foregroundMark x1="43605" y1="62444" x2="43605" y2="62444"/>
                        <a14:foregroundMark x1="46512" y1="59667" x2="69767" y2="37444"/>
                        <a14:foregroundMark x1="27093" y1="51333" x2="40930" y2="6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117" y="4424365"/>
            <a:ext cx="523126" cy="54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FDE3ED44-636F-CCE0-ED35-DDF23A721089}"/>
              </a:ext>
            </a:extLst>
          </p:cNvPr>
          <p:cNvGrpSpPr/>
          <p:nvPr/>
        </p:nvGrpSpPr>
        <p:grpSpPr>
          <a:xfrm>
            <a:off x="8087266" y="1161237"/>
            <a:ext cx="3688377" cy="4943061"/>
            <a:chOff x="8087266" y="1161237"/>
            <a:chExt cx="3688377" cy="494306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6B3A8CE-A520-B396-0541-E9A8C083C911}"/>
                </a:ext>
              </a:extLst>
            </p:cNvPr>
            <p:cNvSpPr/>
            <p:nvPr/>
          </p:nvSpPr>
          <p:spPr>
            <a:xfrm>
              <a:off x="8087266" y="1161237"/>
              <a:ext cx="3688377" cy="49430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E554B6-C388-1B30-6881-28DB7EF2B233}"/>
                </a:ext>
              </a:extLst>
            </p:cNvPr>
            <p:cNvSpPr txBox="1"/>
            <p:nvPr/>
          </p:nvSpPr>
          <p:spPr>
            <a:xfrm>
              <a:off x="8229497" y="1186071"/>
              <a:ext cx="3485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noProof="0" dirty="0"/>
                <a:t>Sequences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70E87CC-DEA0-B6BC-FEF9-D6305FDF7257}"/>
                </a:ext>
              </a:extLst>
            </p:cNvPr>
            <p:cNvSpPr/>
            <p:nvPr/>
          </p:nvSpPr>
          <p:spPr>
            <a:xfrm>
              <a:off x="10080569" y="3530576"/>
              <a:ext cx="261617" cy="261617"/>
            </a:xfrm>
            <a:prstGeom prst="ellipse">
              <a:avLst/>
            </a:prstGeom>
            <a:gradFill>
              <a:gsLst>
                <a:gs pos="0">
                  <a:schemeClr val="tx2"/>
                </a:gs>
                <a:gs pos="60000">
                  <a:srgbClr val="00B050"/>
                </a:gs>
                <a:gs pos="40000">
                  <a:schemeClr val="tx2"/>
                </a:gs>
                <a:gs pos="100000">
                  <a:srgbClr val="00B050"/>
                </a:gs>
              </a:gsLst>
              <a:lin ang="54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EFC31B-6781-CC0B-087C-05FA2962A77D}"/>
                </a:ext>
              </a:extLst>
            </p:cNvPr>
            <p:cNvSpPr/>
            <p:nvPr/>
          </p:nvSpPr>
          <p:spPr>
            <a:xfrm>
              <a:off x="9682289" y="4087476"/>
              <a:ext cx="261617" cy="261617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60000">
                  <a:srgbClr val="00B050"/>
                </a:gs>
                <a:gs pos="40000">
                  <a:schemeClr val="accent1"/>
                </a:gs>
                <a:gs pos="100000">
                  <a:srgbClr val="00B050"/>
                </a:gs>
              </a:gsLst>
              <a:lin ang="54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F990886-735B-6D83-0988-49C5AA2F53BF}"/>
                </a:ext>
              </a:extLst>
            </p:cNvPr>
            <p:cNvGrpSpPr/>
            <p:nvPr/>
          </p:nvGrpSpPr>
          <p:grpSpPr>
            <a:xfrm>
              <a:off x="11177007" y="1813542"/>
              <a:ext cx="452322" cy="578569"/>
              <a:chOff x="7441192" y="1753906"/>
              <a:chExt cx="452322" cy="578569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87C44B2-C1D0-FCBB-627C-84994B4051C8}"/>
                  </a:ext>
                </a:extLst>
              </p:cNvPr>
              <p:cNvSpPr/>
              <p:nvPr/>
            </p:nvSpPr>
            <p:spPr>
              <a:xfrm>
                <a:off x="7631897" y="2070858"/>
                <a:ext cx="261617" cy="261617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B84B992-69DF-1B8F-92E3-DE9BD628A1EA}"/>
                  </a:ext>
                </a:extLst>
              </p:cNvPr>
              <p:cNvSpPr/>
              <p:nvPr/>
            </p:nvSpPr>
            <p:spPr>
              <a:xfrm>
                <a:off x="7441192" y="1753906"/>
                <a:ext cx="261617" cy="261617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3DC852-3F2D-8ADF-86E0-47790A3C99B7}"/>
                </a:ext>
              </a:extLst>
            </p:cNvPr>
            <p:cNvSpPr/>
            <p:nvPr/>
          </p:nvSpPr>
          <p:spPr>
            <a:xfrm>
              <a:off x="9602364" y="5246693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0B06FA-24B8-8BF7-5D9D-B33B233577C5}"/>
                </a:ext>
              </a:extLst>
            </p:cNvPr>
            <p:cNvSpPr/>
            <p:nvPr/>
          </p:nvSpPr>
          <p:spPr>
            <a:xfrm>
              <a:off x="8764271" y="3124296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860D733-C47A-93AE-F837-3711A4886EF8}"/>
                </a:ext>
              </a:extLst>
            </p:cNvPr>
            <p:cNvSpPr/>
            <p:nvPr/>
          </p:nvSpPr>
          <p:spPr>
            <a:xfrm>
              <a:off x="8240032" y="2676295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5797823-0982-F8A8-5E6F-E16E9D1CB3EE}"/>
                </a:ext>
              </a:extLst>
            </p:cNvPr>
            <p:cNvSpPr/>
            <p:nvPr/>
          </p:nvSpPr>
          <p:spPr>
            <a:xfrm>
              <a:off x="10213389" y="2414678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C50559-5511-E4D6-C776-89D3D88C8DAB}"/>
                </a:ext>
              </a:extLst>
            </p:cNvPr>
            <p:cNvSpPr/>
            <p:nvPr/>
          </p:nvSpPr>
          <p:spPr>
            <a:xfrm>
              <a:off x="11064058" y="5031511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CE6D967-33B1-6698-E4EF-EDC75553F13E}"/>
                </a:ext>
              </a:extLst>
            </p:cNvPr>
            <p:cNvSpPr/>
            <p:nvPr/>
          </p:nvSpPr>
          <p:spPr>
            <a:xfrm>
              <a:off x="10611124" y="5208013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5F4638A-3295-22C5-0176-D12F8E571150}"/>
                </a:ext>
              </a:extLst>
            </p:cNvPr>
            <p:cNvSpPr/>
            <p:nvPr/>
          </p:nvSpPr>
          <p:spPr>
            <a:xfrm>
              <a:off x="9093561" y="4791378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D218566-0878-C9E0-2804-A84E797ED9C2}"/>
                </a:ext>
              </a:extLst>
            </p:cNvPr>
            <p:cNvSpPr/>
            <p:nvPr/>
          </p:nvSpPr>
          <p:spPr>
            <a:xfrm>
              <a:off x="8561730" y="2726904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B60559F-D9FA-F93E-D0B6-887EF9636511}"/>
                </a:ext>
              </a:extLst>
            </p:cNvPr>
            <p:cNvSpPr/>
            <p:nvPr/>
          </p:nvSpPr>
          <p:spPr>
            <a:xfrm>
              <a:off x="9061230" y="335576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749C670-B564-3EC9-6E8A-61D7244D6688}"/>
                </a:ext>
              </a:extLst>
            </p:cNvPr>
            <p:cNvSpPr/>
            <p:nvPr/>
          </p:nvSpPr>
          <p:spPr>
            <a:xfrm>
              <a:off x="9741508" y="3071717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37213B3-3DFF-9A60-5813-8A03AD87F1F7}"/>
                </a:ext>
              </a:extLst>
            </p:cNvPr>
            <p:cNvSpPr/>
            <p:nvPr/>
          </p:nvSpPr>
          <p:spPr>
            <a:xfrm>
              <a:off x="8718037" y="1974717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E8AEB9-FFF2-E464-26D7-3AEDF3B919EA}"/>
                </a:ext>
              </a:extLst>
            </p:cNvPr>
            <p:cNvSpPr/>
            <p:nvPr/>
          </p:nvSpPr>
          <p:spPr>
            <a:xfrm>
              <a:off x="10205141" y="1476887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F80F8D8-9EDC-BBB7-110F-39A8BFD53C4D}"/>
                </a:ext>
              </a:extLst>
            </p:cNvPr>
            <p:cNvSpPr/>
            <p:nvPr/>
          </p:nvSpPr>
          <p:spPr>
            <a:xfrm>
              <a:off x="9912033" y="153413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60DDDCC-EBDE-D668-9BC5-F5588A42B76C}"/>
                </a:ext>
              </a:extLst>
            </p:cNvPr>
            <p:cNvSpPr/>
            <p:nvPr/>
          </p:nvSpPr>
          <p:spPr>
            <a:xfrm>
              <a:off x="10427573" y="2072804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0E9632C-061B-57AE-08DB-C1B284C6112D}"/>
                </a:ext>
              </a:extLst>
            </p:cNvPr>
            <p:cNvSpPr/>
            <p:nvPr/>
          </p:nvSpPr>
          <p:spPr>
            <a:xfrm>
              <a:off x="10231326" y="5107266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6D37903-5256-F3E1-F7E1-6E9613DB779F}"/>
                </a:ext>
              </a:extLst>
            </p:cNvPr>
            <p:cNvSpPr/>
            <p:nvPr/>
          </p:nvSpPr>
          <p:spPr>
            <a:xfrm>
              <a:off x="10443083" y="412784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62D6A77-F85C-8C8B-F864-E338FCA62B99}"/>
                </a:ext>
              </a:extLst>
            </p:cNvPr>
            <p:cNvSpPr/>
            <p:nvPr/>
          </p:nvSpPr>
          <p:spPr>
            <a:xfrm>
              <a:off x="11194866" y="4659283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E122C9C-5DC9-7CB0-34AD-D17D346E8E2F}"/>
                </a:ext>
              </a:extLst>
            </p:cNvPr>
            <p:cNvSpPr/>
            <p:nvPr/>
          </p:nvSpPr>
          <p:spPr>
            <a:xfrm>
              <a:off x="10813986" y="4211342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C0472CC-828E-344E-AA79-1B7C64207997}"/>
                </a:ext>
              </a:extLst>
            </p:cNvPr>
            <p:cNvSpPr/>
            <p:nvPr/>
          </p:nvSpPr>
          <p:spPr>
            <a:xfrm>
              <a:off x="10067746" y="4764866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94E7A73-6193-9156-F644-3875F92398E0}"/>
                </a:ext>
              </a:extLst>
            </p:cNvPr>
            <p:cNvSpPr/>
            <p:nvPr/>
          </p:nvSpPr>
          <p:spPr>
            <a:xfrm>
              <a:off x="8954921" y="5441915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B3BB7D5-C4BC-1E10-C8E4-970D97CD0DC0}"/>
                </a:ext>
              </a:extLst>
            </p:cNvPr>
            <p:cNvSpPr/>
            <p:nvPr/>
          </p:nvSpPr>
          <p:spPr>
            <a:xfrm>
              <a:off x="8883429" y="2359723"/>
              <a:ext cx="873687" cy="8736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89E7388-0150-7DEA-E05A-6D880C320D90}"/>
                </a:ext>
              </a:extLst>
            </p:cNvPr>
            <p:cNvSpPr/>
            <p:nvPr/>
          </p:nvSpPr>
          <p:spPr>
            <a:xfrm>
              <a:off x="9638574" y="1816384"/>
              <a:ext cx="729103" cy="72910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93993C8-6D3C-BF6A-B3BC-8A3EF480C063}"/>
                </a:ext>
              </a:extLst>
            </p:cNvPr>
            <p:cNvSpPr/>
            <p:nvPr/>
          </p:nvSpPr>
          <p:spPr>
            <a:xfrm>
              <a:off x="10380449" y="4427054"/>
              <a:ext cx="728872" cy="72887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06426AC-7407-416E-6061-4835B7901C65}"/>
                </a:ext>
              </a:extLst>
            </p:cNvPr>
            <p:cNvSpPr/>
            <p:nvPr/>
          </p:nvSpPr>
          <p:spPr>
            <a:xfrm>
              <a:off x="9187272" y="5100461"/>
              <a:ext cx="424797" cy="42479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D8D007C-0BC5-E6B4-728F-421C9B5935E9}"/>
                </a:ext>
              </a:extLst>
            </p:cNvPr>
            <p:cNvSpPr/>
            <p:nvPr/>
          </p:nvSpPr>
          <p:spPr>
            <a:xfrm>
              <a:off x="9589775" y="4952704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DF12C8D-7115-B54C-C8C9-819C206F3FFA}"/>
                </a:ext>
              </a:extLst>
            </p:cNvPr>
            <p:cNvSpPr/>
            <p:nvPr/>
          </p:nvSpPr>
          <p:spPr>
            <a:xfrm>
              <a:off x="8448021" y="3020081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6ED62F7-E591-A2A7-9B85-2C8DE1ABF2E8}"/>
                </a:ext>
              </a:extLst>
            </p:cNvPr>
            <p:cNvSpPr/>
            <p:nvPr/>
          </p:nvSpPr>
          <p:spPr>
            <a:xfrm>
              <a:off x="8998263" y="209189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577FE38-300F-D223-8617-E3A503596BE6}"/>
                </a:ext>
              </a:extLst>
            </p:cNvPr>
            <p:cNvSpPr/>
            <p:nvPr/>
          </p:nvSpPr>
          <p:spPr>
            <a:xfrm>
              <a:off x="10506239" y="2326478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83C5902-F219-BC70-3A2D-01B76F4ED705}"/>
                </a:ext>
              </a:extLst>
            </p:cNvPr>
            <p:cNvSpPr/>
            <p:nvPr/>
          </p:nvSpPr>
          <p:spPr>
            <a:xfrm>
              <a:off x="11357739" y="4957790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B562492-83AD-9D07-C96A-D6330E5A68B6}"/>
                </a:ext>
              </a:extLst>
            </p:cNvPr>
            <p:cNvSpPr/>
            <p:nvPr/>
          </p:nvSpPr>
          <p:spPr>
            <a:xfrm>
              <a:off x="10886687" y="5325132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D5A6E93-7CE0-A728-B427-8D8222F3ACB7}"/>
                </a:ext>
              </a:extLst>
            </p:cNvPr>
            <p:cNvSpPr/>
            <p:nvPr/>
          </p:nvSpPr>
          <p:spPr>
            <a:xfrm>
              <a:off x="9376957" y="4737295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B9D8D6B-58AA-8957-4C6E-C49B3BE3323B}"/>
                </a:ext>
              </a:extLst>
            </p:cNvPr>
            <p:cNvSpPr/>
            <p:nvPr/>
          </p:nvSpPr>
          <p:spPr>
            <a:xfrm>
              <a:off x="8449681" y="2440715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391796D-1068-6034-B775-5E519235FAC7}"/>
                </a:ext>
              </a:extLst>
            </p:cNvPr>
            <p:cNvSpPr/>
            <p:nvPr/>
          </p:nvSpPr>
          <p:spPr>
            <a:xfrm>
              <a:off x="9447467" y="3251138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8BE44D3-E748-737A-BC11-4C36CDA2662F}"/>
                </a:ext>
              </a:extLst>
            </p:cNvPr>
            <p:cNvSpPr/>
            <p:nvPr/>
          </p:nvSpPr>
          <p:spPr>
            <a:xfrm>
              <a:off x="9798438" y="2791749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7A1E55E-47C3-9F76-2697-5034B2648873}"/>
                </a:ext>
              </a:extLst>
            </p:cNvPr>
            <p:cNvSpPr/>
            <p:nvPr/>
          </p:nvSpPr>
          <p:spPr>
            <a:xfrm>
              <a:off x="8778228" y="2278347"/>
              <a:ext cx="261617" cy="261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CCB1E76-F248-F993-79DE-C70F4E841821}"/>
                </a:ext>
              </a:extLst>
            </p:cNvPr>
            <p:cNvSpPr/>
            <p:nvPr/>
          </p:nvSpPr>
          <p:spPr>
            <a:xfrm>
              <a:off x="9309888" y="1691414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1E12767-3281-8A41-AAB2-846F12AAB5CA}"/>
                </a:ext>
              </a:extLst>
            </p:cNvPr>
            <p:cNvSpPr/>
            <p:nvPr/>
          </p:nvSpPr>
          <p:spPr>
            <a:xfrm>
              <a:off x="9591440" y="1582057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4B23C06-DD90-7AF9-0EBE-89505CDAF65A}"/>
                </a:ext>
              </a:extLst>
            </p:cNvPr>
            <p:cNvSpPr/>
            <p:nvPr/>
          </p:nvSpPr>
          <p:spPr>
            <a:xfrm>
              <a:off x="10346585" y="173135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BDB282F-8E0F-BE6B-CA86-1B5122C484DF}"/>
                </a:ext>
              </a:extLst>
            </p:cNvPr>
            <p:cNvSpPr/>
            <p:nvPr/>
          </p:nvSpPr>
          <p:spPr>
            <a:xfrm>
              <a:off x="10428543" y="5302398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CA98137-00FC-98E5-2543-88537A113659}"/>
                </a:ext>
              </a:extLst>
            </p:cNvPr>
            <p:cNvSpPr/>
            <p:nvPr/>
          </p:nvSpPr>
          <p:spPr>
            <a:xfrm>
              <a:off x="10689790" y="3959499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71BC96C-C1D4-B7BF-9ECD-386867A25D6A}"/>
                </a:ext>
              </a:extLst>
            </p:cNvPr>
            <p:cNvSpPr/>
            <p:nvPr/>
          </p:nvSpPr>
          <p:spPr>
            <a:xfrm>
              <a:off x="11307815" y="4415738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DCDC00E-A757-CEB7-5381-0DAFD7CEB3B6}"/>
                </a:ext>
              </a:extLst>
            </p:cNvPr>
            <p:cNvSpPr/>
            <p:nvPr/>
          </p:nvSpPr>
          <p:spPr>
            <a:xfrm>
              <a:off x="11072071" y="4120278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882E32C-3A5D-6A8B-AAF5-7A32270E0B2F}"/>
                </a:ext>
              </a:extLst>
            </p:cNvPr>
            <p:cNvSpPr/>
            <p:nvPr/>
          </p:nvSpPr>
          <p:spPr>
            <a:xfrm>
              <a:off x="10113946" y="4378345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55AF56C-9324-657F-A235-D394A2C9072C}"/>
                </a:ext>
              </a:extLst>
            </p:cNvPr>
            <p:cNvSpPr/>
            <p:nvPr/>
          </p:nvSpPr>
          <p:spPr>
            <a:xfrm>
              <a:off x="9316658" y="5586749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75E4FED-2E2A-51F5-0BF1-1DF4A8ECE081}"/>
                </a:ext>
              </a:extLst>
            </p:cNvPr>
            <p:cNvSpPr/>
            <p:nvPr/>
          </p:nvSpPr>
          <p:spPr>
            <a:xfrm>
              <a:off x="9623041" y="5508310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7DCC530-D4D0-64D8-6D9E-168B507EC5C0}"/>
                </a:ext>
              </a:extLst>
            </p:cNvPr>
            <p:cNvSpPr/>
            <p:nvPr/>
          </p:nvSpPr>
          <p:spPr>
            <a:xfrm>
              <a:off x="8572355" y="4986600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9E755DF-950A-BF0B-C572-5B84E70AE0B0}"/>
                </a:ext>
              </a:extLst>
            </p:cNvPr>
            <p:cNvSpPr/>
            <p:nvPr/>
          </p:nvSpPr>
          <p:spPr>
            <a:xfrm>
              <a:off x="8835316" y="4714577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A617937-BF9E-7D3F-352D-095B32CE8FB9}"/>
                </a:ext>
              </a:extLst>
            </p:cNvPr>
            <p:cNvSpPr/>
            <p:nvPr/>
          </p:nvSpPr>
          <p:spPr>
            <a:xfrm>
              <a:off x="8934092" y="5131434"/>
              <a:ext cx="261617" cy="26161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E40DE6E-4968-D418-E7FD-C6DF4EB50D43}"/>
                </a:ext>
              </a:extLst>
            </p:cNvPr>
            <p:cNvSpPr/>
            <p:nvPr/>
          </p:nvSpPr>
          <p:spPr>
            <a:xfrm>
              <a:off x="11219409" y="5283920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BE12433-B4B2-AA0B-66C7-07E23243CFA5}"/>
                </a:ext>
              </a:extLst>
            </p:cNvPr>
            <p:cNvSpPr/>
            <p:nvPr/>
          </p:nvSpPr>
          <p:spPr>
            <a:xfrm>
              <a:off x="11494972" y="5401039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42E139D-9476-F94B-26F3-4DDA8C6C7C21}"/>
                </a:ext>
              </a:extLst>
            </p:cNvPr>
            <p:cNvSpPr/>
            <p:nvPr/>
          </p:nvSpPr>
          <p:spPr>
            <a:xfrm>
              <a:off x="10163117" y="4116728"/>
              <a:ext cx="261617" cy="2616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44F1A38-83A5-1D7E-4AD1-2F2FB4B110EB}"/>
                </a:ext>
              </a:extLst>
            </p:cNvPr>
            <p:cNvSpPr/>
            <p:nvPr/>
          </p:nvSpPr>
          <p:spPr>
            <a:xfrm>
              <a:off x="10416647" y="2610662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B8397C5-ED71-99E9-9B70-658706CA1AA6}"/>
                </a:ext>
              </a:extLst>
            </p:cNvPr>
            <p:cNvSpPr/>
            <p:nvPr/>
          </p:nvSpPr>
          <p:spPr>
            <a:xfrm>
              <a:off x="10616440" y="1800813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3087134-F702-7122-A80E-0370B17EAAC3}"/>
                </a:ext>
              </a:extLst>
            </p:cNvPr>
            <p:cNvSpPr/>
            <p:nvPr/>
          </p:nvSpPr>
          <p:spPr>
            <a:xfrm>
              <a:off x="10727500" y="2130494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0B522C5-3BA6-DEC1-B7D6-C563C333EAFE}"/>
                </a:ext>
              </a:extLst>
            </p:cNvPr>
            <p:cNvSpPr/>
            <p:nvPr/>
          </p:nvSpPr>
          <p:spPr>
            <a:xfrm>
              <a:off x="10498510" y="1497090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ABF6E6F-533B-2145-5076-AB31B25EBBFF}"/>
                </a:ext>
              </a:extLst>
            </p:cNvPr>
            <p:cNvSpPr/>
            <p:nvPr/>
          </p:nvSpPr>
          <p:spPr>
            <a:xfrm>
              <a:off x="9343422" y="1995894"/>
              <a:ext cx="261617" cy="2616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49749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5687E-B16D-42E9-26DF-BF640059B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CD4E-E983-9273-0C12-C429FEFB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03251F5-06EE-B3DF-8003-7E555822EA3F}"/>
              </a:ext>
            </a:extLst>
          </p:cNvPr>
          <p:cNvSpPr txBox="1">
            <a:spLocks/>
          </p:cNvSpPr>
          <p:nvPr/>
        </p:nvSpPr>
        <p:spPr>
          <a:xfrm>
            <a:off x="246810" y="1192606"/>
            <a:ext cx="10033931" cy="48585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85750" indent="-28575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3888" indent="-2857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2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1714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3"/>
              </a:buBlip>
              <a:tabLst>
                <a:tab pos="89852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1563" indent="-1714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3"/>
              </a:buBlip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1563" indent="-17145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FontTx/>
              <a:buBlip>
                <a:blip r:embed="rId3"/>
              </a:buBlip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en-US" sz="1800" noProof="0" dirty="0"/>
          </a:p>
          <a:p>
            <a:pPr marL="0" indent="0">
              <a:buFontTx/>
              <a:buNone/>
            </a:pPr>
            <a:r>
              <a:rPr lang="en-US" sz="2400" b="1" noProof="0" dirty="0"/>
              <a:t>Can we generate ASVs based on the current quality of nanopore reads? </a:t>
            </a:r>
          </a:p>
          <a:p>
            <a:endParaRPr lang="en-US" sz="1800" noProof="0" dirty="0"/>
          </a:p>
          <a:p>
            <a:pPr lvl="1">
              <a:lnSpc>
                <a:spcPct val="150000"/>
              </a:lnSpc>
            </a:pPr>
            <a:r>
              <a:rPr lang="en-US" sz="1800" noProof="0" dirty="0"/>
              <a:t>Can we use the tools developed </a:t>
            </a:r>
            <a:r>
              <a:rPr lang="en-US" sz="1800" noProof="0" dirty="0">
                <a:solidFill>
                  <a:sysClr val="windowText" lastClr="000000"/>
                </a:solidFill>
              </a:rPr>
              <a:t>for</a:t>
            </a:r>
            <a:r>
              <a:rPr lang="en-US" sz="1800" noProof="0" dirty="0"/>
              <a:t> Illumina and PacBio? 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Can we find the correct sequences in a mock community 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Can we do this for complex samples? How does it compare to </a:t>
            </a:r>
            <a:r>
              <a:rPr lang="en-US" sz="1800" noProof="0" dirty="0" err="1"/>
              <a:t>pacbio</a:t>
            </a:r>
            <a:r>
              <a:rPr lang="en-US" sz="1800" noProof="0" dirty="0"/>
              <a:t> – used as our reference 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What sequencing depth is required and what effect has different primers?</a:t>
            </a:r>
          </a:p>
          <a:p>
            <a:pPr lvl="2">
              <a:lnSpc>
                <a:spcPct val="150000"/>
              </a:lnSpc>
            </a:pPr>
            <a:r>
              <a:rPr lang="en-US" sz="1600" noProof="0" dirty="0"/>
              <a:t>V4: 1-2×  ;   V1-V3: 2–3×    ;   V1V8: 4.1–5.6×   ;  OPR: 25–42×      (complex)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A8B38-0799-795F-F98E-77D40EB5D108}"/>
              </a:ext>
            </a:extLst>
          </p:cNvPr>
          <p:cNvSpPr txBox="1"/>
          <p:nvPr/>
        </p:nvSpPr>
        <p:spPr>
          <a:xfrm>
            <a:off x="2418080" y="2519680"/>
            <a:ext cx="985520" cy="406400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BABAF-CBF7-49F9-CDB3-53849E61A747}"/>
              </a:ext>
            </a:extLst>
          </p:cNvPr>
          <p:cNvSpPr txBox="1"/>
          <p:nvPr/>
        </p:nvSpPr>
        <p:spPr>
          <a:xfrm>
            <a:off x="2265680" y="2222500"/>
            <a:ext cx="1137920" cy="594360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3600" noProof="0" dirty="0">
                <a:solidFill>
                  <a:srgbClr val="439F46"/>
                </a:solidFill>
              </a:rPr>
              <a:t>YES!</a:t>
            </a:r>
          </a:p>
        </p:txBody>
      </p:sp>
      <p:pic>
        <p:nvPicPr>
          <p:cNvPr id="7" name="Picture 2" descr="Transparent Check Mark Gif , Png Download - Done Icon Svg, Png Download ...">
            <a:extLst>
              <a:ext uri="{FF2B5EF4-FFF2-40B4-BE49-F238E27FC236}">
                <a16:creationId xmlns:a16="http://schemas.microsoft.com/office/drawing/2014/main" id="{2666D586-4975-453A-9F98-4A2D2A390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00" b="90556" l="4070" r="95698">
                        <a14:foregroundMark x1="50930" y1="7222" x2="50930" y2="7222"/>
                        <a14:foregroundMark x1="7326" y1="43000" x2="7326" y2="43000"/>
                        <a14:foregroundMark x1="92093" y1="47667" x2="92093" y2="47667"/>
                        <a14:foregroundMark x1="95698" y1="48667" x2="95698" y2="48667"/>
                        <a14:foregroundMark x1="50930" y1="90556" x2="50930" y2="90556"/>
                        <a14:foregroundMark x1="4070" y1="48111" x2="4070" y2="48111"/>
                        <a14:foregroundMark x1="4070" y1="45778" x2="4070" y2="45778"/>
                        <a14:foregroundMark x1="41860" y1="63222" x2="41860" y2="63222"/>
                        <a14:foregroundMark x1="43605" y1="62444" x2="43605" y2="62444"/>
                        <a14:foregroundMark x1="46512" y1="59667" x2="69767" y2="37444"/>
                        <a14:foregroundMark x1="27093" y1="51333" x2="40930" y2="6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94" y="3033793"/>
            <a:ext cx="523126" cy="54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Transparent Check Mark Gif , Png Download - Done Icon Svg, Png Download ...">
            <a:extLst>
              <a:ext uri="{FF2B5EF4-FFF2-40B4-BE49-F238E27FC236}">
                <a16:creationId xmlns:a16="http://schemas.microsoft.com/office/drawing/2014/main" id="{6FB99C76-8428-1403-8B93-564C5CB17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00" b="90556" l="4070" r="95698">
                        <a14:foregroundMark x1="50930" y1="7222" x2="50930" y2="7222"/>
                        <a14:foregroundMark x1="7326" y1="43000" x2="7326" y2="43000"/>
                        <a14:foregroundMark x1="92093" y1="47667" x2="92093" y2="47667"/>
                        <a14:foregroundMark x1="95698" y1="48667" x2="95698" y2="48667"/>
                        <a14:foregroundMark x1="50930" y1="90556" x2="50930" y2="90556"/>
                        <a14:foregroundMark x1="4070" y1="48111" x2="4070" y2="48111"/>
                        <a14:foregroundMark x1="4070" y1="45778" x2="4070" y2="45778"/>
                        <a14:foregroundMark x1="41860" y1="63222" x2="41860" y2="63222"/>
                        <a14:foregroundMark x1="43605" y1="62444" x2="43605" y2="62444"/>
                        <a14:foregroundMark x1="46512" y1="59667" x2="69767" y2="37444"/>
                        <a14:foregroundMark x1="27093" y1="51333" x2="40930" y2="6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94" y="3571090"/>
            <a:ext cx="523126" cy="54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EEB9F6-4086-B177-CCAC-4F95FD4D9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517" y="1554906"/>
            <a:ext cx="6477798" cy="33540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2243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E6BC-23DB-9340-C5E6-822F2CD6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Hands on – Part two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F3BEC-7BE0-501E-E5E3-D3874CB627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8943" y="1345006"/>
            <a:ext cx="6603805" cy="4858569"/>
          </a:xfrm>
        </p:spPr>
        <p:txBody>
          <a:bodyPr>
            <a:normAutofit/>
          </a:bodyPr>
          <a:lstStyle/>
          <a:p>
            <a:r>
              <a:rPr lang="en-US" sz="2000" noProof="0" dirty="0"/>
              <a:t>Compare the same data based on pipeline</a:t>
            </a:r>
          </a:p>
          <a:p>
            <a:pPr lvl="1"/>
            <a:r>
              <a:rPr lang="en-US" sz="1800" noProof="0" dirty="0"/>
              <a:t>ASV based: </a:t>
            </a:r>
          </a:p>
          <a:p>
            <a:pPr lvl="2"/>
            <a:r>
              <a:rPr lang="en-US" sz="1600" noProof="0" dirty="0"/>
              <a:t>Pipeline: </a:t>
            </a:r>
            <a:r>
              <a:rPr lang="en-US" sz="1600" noProof="0" dirty="0">
                <a:hlinkClick r:id="rId2"/>
              </a:rPr>
              <a:t>https://github.com/KasperSkytte/snakemake_usearch</a:t>
            </a:r>
            <a:r>
              <a:rPr lang="en-US" sz="1600" noProof="0" dirty="0"/>
              <a:t> </a:t>
            </a:r>
          </a:p>
          <a:p>
            <a:pPr lvl="1"/>
            <a:r>
              <a:rPr lang="en-US" sz="1800" noProof="0" dirty="0"/>
              <a:t>Alignment based (95% identity)</a:t>
            </a:r>
          </a:p>
          <a:p>
            <a:pPr lvl="2"/>
            <a:r>
              <a:rPr lang="en-US" sz="1600" noProof="0" dirty="0"/>
              <a:t>Pipeline: </a:t>
            </a:r>
            <a:r>
              <a:rPr lang="en-US" sz="1600" noProof="0" dirty="0">
                <a:hlinkClick r:id="rId3"/>
              </a:rPr>
              <a:t>https://github.com/cmc-aau/nanopore_16Samp</a:t>
            </a:r>
            <a:r>
              <a:rPr lang="en-US" sz="16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9260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77D2-F6C0-CF2E-096D-119196A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5FF5-F2BB-E281-7A9C-FC6CD2EB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Hands on – Part two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D9145-FAB6-DD7A-0CF7-0FEDFC366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8943" y="1345006"/>
            <a:ext cx="6603805" cy="4858569"/>
          </a:xfrm>
        </p:spPr>
        <p:txBody>
          <a:bodyPr>
            <a:normAutofit/>
          </a:bodyPr>
          <a:lstStyle/>
          <a:p>
            <a:r>
              <a:rPr lang="en-US" sz="2000" noProof="0" dirty="0"/>
              <a:t>Compare the same data based on pipeline</a:t>
            </a:r>
          </a:p>
          <a:p>
            <a:pPr lvl="1"/>
            <a:r>
              <a:rPr lang="en-US" sz="1800" noProof="0" dirty="0"/>
              <a:t>ASV based: </a:t>
            </a:r>
          </a:p>
          <a:p>
            <a:pPr lvl="2"/>
            <a:r>
              <a:rPr lang="en-US" sz="1600" noProof="0" dirty="0"/>
              <a:t>Pipeline: </a:t>
            </a:r>
            <a:r>
              <a:rPr lang="en-US" sz="1600" noProof="0" dirty="0">
                <a:hlinkClick r:id="rId2"/>
              </a:rPr>
              <a:t>https://github.com/KasperSkytte/snakemake_usearch</a:t>
            </a:r>
            <a:r>
              <a:rPr lang="en-US" sz="1600" noProof="0" dirty="0"/>
              <a:t> </a:t>
            </a:r>
          </a:p>
          <a:p>
            <a:pPr lvl="1"/>
            <a:r>
              <a:rPr lang="en-US" sz="1800" noProof="0" dirty="0"/>
              <a:t>Alignment based (95% identity)</a:t>
            </a:r>
          </a:p>
          <a:p>
            <a:pPr lvl="2"/>
            <a:r>
              <a:rPr lang="en-US" sz="1600" noProof="0" dirty="0"/>
              <a:t>Pipeline: </a:t>
            </a:r>
            <a:r>
              <a:rPr lang="en-US" sz="1600" noProof="0" dirty="0">
                <a:hlinkClick r:id="rId3"/>
              </a:rPr>
              <a:t>https://github.com/cmc-aau/nanopore_16Samp</a:t>
            </a:r>
            <a:r>
              <a:rPr lang="en-US" sz="1600" noProof="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1B6F9-3E5D-B694-3730-2603AB0B8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0" y="3429000"/>
            <a:ext cx="9429750" cy="291278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568691-3B22-F48C-7C75-A067807FED52}"/>
              </a:ext>
            </a:extLst>
          </p:cNvPr>
          <p:cNvCxnSpPr/>
          <p:nvPr/>
        </p:nvCxnSpPr>
        <p:spPr>
          <a:xfrm>
            <a:off x="1680210" y="5889428"/>
            <a:ext cx="800100" cy="180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2F4B17-9061-02A1-57EC-064EA2877F4B}"/>
              </a:ext>
            </a:extLst>
          </p:cNvPr>
          <p:cNvSpPr txBox="1"/>
          <p:nvPr/>
        </p:nvSpPr>
        <p:spPr>
          <a:xfrm>
            <a:off x="246810" y="5600047"/>
            <a:ext cx="1713113" cy="276999"/>
          </a:xfrm>
          <a:prstGeom prst="rect">
            <a:avLst/>
          </a:prstGeom>
          <a:effectLst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Same metadata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92CC5C-2594-AF55-3B26-9AA38C998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10" y="1118114"/>
            <a:ext cx="10650832" cy="26561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288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AU PowerPoint">
  <a:themeElements>
    <a:clrScheme name="AAU">
      <a:dk1>
        <a:srgbClr val="211A52"/>
      </a:dk1>
      <a:lt1>
        <a:srgbClr val="FFFFFF"/>
      </a:lt1>
      <a:dk2>
        <a:srgbClr val="76818B"/>
      </a:dk2>
      <a:lt2>
        <a:srgbClr val="BBC0C5"/>
      </a:lt2>
      <a:accent1>
        <a:srgbClr val="5CAF8D"/>
      </a:accent1>
      <a:accent2>
        <a:srgbClr val="B19335"/>
      </a:accent2>
      <a:accent3>
        <a:srgbClr val="E78293"/>
      </a:accent3>
      <a:accent4>
        <a:srgbClr val="DF8E2E"/>
      </a:accent4>
      <a:accent5>
        <a:srgbClr val="31A9C1"/>
      </a:accent5>
      <a:accent6>
        <a:srgbClr val="CC8B66"/>
      </a:accent6>
      <a:hlink>
        <a:srgbClr val="9B95D9"/>
      </a:hlink>
      <a:folHlink>
        <a:srgbClr val="DEDCF2"/>
      </a:folHlink>
    </a:clrScheme>
    <a:fontScheme name="AAU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effectLst/>
      </a:spPr>
      <a:bodyPr vert="horz" lIns="0" tIns="0" rIns="0" bIns="0" rtlCol="0" anchor="t" anchorCtr="0">
        <a:no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æsentation1" id="{40455826-27B1-457B-8349-59EB3A02C2EE}" vid="{9559D153-003A-4FDA-8AD8-4396A314D5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f31356-3301-435b-a3bf-af3638ebcaeb" xsi:nil="true"/>
    <lcf76f155ced4ddcb4097134ff3c332f xmlns="2d482719-6a8d-4b11-92d2-d770a87754d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DF5BCB0FAD314408AB181D6935872F0" ma:contentTypeVersion="10" ma:contentTypeDescription="Opret et nyt dokument." ma:contentTypeScope="" ma:versionID="a826858d92a793eeb4bd63ddf1a1daa2">
  <xsd:schema xmlns:xsd="http://www.w3.org/2001/XMLSchema" xmlns:xs="http://www.w3.org/2001/XMLSchema" xmlns:p="http://schemas.microsoft.com/office/2006/metadata/properties" xmlns:ns2="2d482719-6a8d-4b11-92d2-d770a87754df" xmlns:ns3="34f31356-3301-435b-a3bf-af3638ebcaeb" targetNamespace="http://schemas.microsoft.com/office/2006/metadata/properties" ma:root="true" ma:fieldsID="92d4f68bdfc6faad22ed46bd281cf15c" ns2:_="" ns3:_="">
    <xsd:import namespace="2d482719-6a8d-4b11-92d2-d770a87754df"/>
    <xsd:import namespace="34f31356-3301-435b-a3bf-af3638ebca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482719-6a8d-4b11-92d2-d770a87754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ledmærker" ma:readOnly="false" ma:fieldId="{5cf76f15-5ced-4ddc-b409-7134ff3c332f}" ma:taxonomyMulti="true" ma:sspId="5d73657e-90f0-444e-a899-7df328d363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f31356-3301-435b-a3bf-af3638ebcae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c021514-6240-4b7c-b452-5ae0f4d470e5}" ma:internalName="TaxCatchAll" ma:showField="CatchAllData" ma:web="34f31356-3301-435b-a3bf-af3638ebca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603602-65E0-48FA-BF06-563C46D1CC25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2d482719-6a8d-4b11-92d2-d770a87754df"/>
    <ds:schemaRef ds:uri="34f31356-3301-435b-a3bf-af3638ebcaeb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0FA39FA-C90B-44C5-8395-0F72C2D9FD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256CCA-160E-405A-A05F-75E357955C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482719-6a8d-4b11-92d2-d770a87754df"/>
    <ds:schemaRef ds:uri="34f31356-3301-435b-a3bf-af3638ebca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5dbba49-ce06-496f-ac3e-0cf14361d934}" enabled="0" method="" siteId="{f5dbba49-ce06-496f-ac3e-0cf14361d93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</TotalTime>
  <Words>1131</Words>
  <Application>Microsoft Office PowerPoint</Application>
  <PresentationFormat>Widescreen</PresentationFormat>
  <Paragraphs>250</Paragraphs>
  <Slides>27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-apple-system</vt:lpstr>
      <vt:lpstr>Arial</vt:lpstr>
      <vt:lpstr>Barlow</vt:lpstr>
      <vt:lpstr>Calibri</vt:lpstr>
      <vt:lpstr>Monaspace Neon</vt:lpstr>
      <vt:lpstr>Wingdings</vt:lpstr>
      <vt:lpstr>AAU PowerPoint</vt:lpstr>
      <vt:lpstr>PowerPoint Presentation</vt:lpstr>
      <vt:lpstr>Moving from Illumina to Nanopore</vt:lpstr>
      <vt:lpstr>Moving from Illumina to Nanopore</vt:lpstr>
      <vt:lpstr>Using a mapping approch </vt:lpstr>
      <vt:lpstr>Using a mapping approch </vt:lpstr>
      <vt:lpstr>Using a mapping approch </vt:lpstr>
      <vt:lpstr>Using a mapping approch </vt:lpstr>
      <vt:lpstr>Using a mapping approch </vt:lpstr>
      <vt:lpstr>Using a mapping approch </vt:lpstr>
      <vt:lpstr>Also used in our nanopore pipeline</vt:lpstr>
      <vt:lpstr>Issues with nanopore amplicon workflow </vt:lpstr>
      <vt:lpstr>Improvement of Nanopore reads</vt:lpstr>
      <vt:lpstr>Improvement of Nanopore reads</vt:lpstr>
      <vt:lpstr>Methods</vt:lpstr>
      <vt:lpstr>Research questions</vt:lpstr>
      <vt:lpstr>Identified ASVs Zymo Mock</vt:lpstr>
      <vt:lpstr>Alpha-diversity: Zmock</vt:lpstr>
      <vt:lpstr>Can we generate ASVs in complex communities?</vt:lpstr>
      <vt:lpstr>Identified ASVs in activated sludge</vt:lpstr>
      <vt:lpstr>Identified ASVs in activated sludge</vt:lpstr>
      <vt:lpstr>Alpha-diversity in activated sludge</vt:lpstr>
      <vt:lpstr>Beta-diversity in activated sludge</vt:lpstr>
      <vt:lpstr>Conclusions</vt:lpstr>
      <vt:lpstr>Conclusions</vt:lpstr>
      <vt:lpstr>Conclusions</vt:lpstr>
      <vt:lpstr>Hands on – Part two</vt:lpstr>
      <vt:lpstr>Hands on – Part two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REThiNk project description</dc:title>
  <dc:creator>Marie Riisgaard-Jensen</dc:creator>
  <cp:lastModifiedBy>Marie Riisgaard-Jensen</cp:lastModifiedBy>
  <cp:revision>8</cp:revision>
  <cp:lastPrinted>2017-03-09T03:48:56Z</cp:lastPrinted>
  <dcterms:created xsi:type="dcterms:W3CDTF">2022-12-08T08:21:22Z</dcterms:created>
  <dcterms:modified xsi:type="dcterms:W3CDTF">2026-06-09T10:32:29Z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0x010100CDF5BCB0FAD314408AB181D6935872F0</vt:lpwstr>
  </property>
  <property fmtid="{D5CDD505-2E9C-101B-9397-08002B2CF9AE}" pid="3" name="MediaServiceImageTags">
    <vt:lpwstr/>
  </property>
</Properties>
</file>